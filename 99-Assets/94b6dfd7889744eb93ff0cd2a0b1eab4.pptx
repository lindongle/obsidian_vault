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6"/>
  </p:notesMasterIdLst>
  <p:handoutMasterIdLst>
    <p:handoutMasterId r:id="rId17"/>
  </p:handoutMasterIdLst>
  <p:sldIdLst>
    <p:sldId id="262" r:id="rId2"/>
    <p:sldId id="330" r:id="rId3"/>
    <p:sldId id="335" r:id="rId4"/>
    <p:sldId id="331" r:id="rId5"/>
    <p:sldId id="332" r:id="rId6"/>
    <p:sldId id="333" r:id="rId7"/>
    <p:sldId id="334" r:id="rId8"/>
    <p:sldId id="316" r:id="rId9"/>
    <p:sldId id="329" r:id="rId10"/>
    <p:sldId id="340" r:id="rId11"/>
    <p:sldId id="336" r:id="rId12"/>
    <p:sldId id="337" r:id="rId13"/>
    <p:sldId id="338" r:id="rId14"/>
    <p:sldId id="339" r:id="rId15"/>
  </p:sldIdLst>
  <p:sldSz cx="9144000" cy="6858000" type="screen4x3"/>
  <p:notesSz cx="7099300" cy="10234613"/>
  <p:defaultTextStyle>
    <a:defPPr>
      <a:defRPr lang="de-DE"/>
    </a:defPPr>
    <a:lvl1pPr algn="l" rtl="0" fontAlgn="base">
      <a:spcBef>
        <a:spcPct val="50000"/>
      </a:spcBef>
      <a:spcAft>
        <a:spcPct val="0"/>
      </a:spcAft>
      <a:defRPr kern="1200">
        <a:solidFill>
          <a:schemeClr val="bg2"/>
        </a:solidFill>
        <a:latin typeface="Arial" panose="020B0604020202020204" pitchFamily="34" charset="0"/>
        <a:ea typeface="MS PGothic" panose="020B0600070205080204" charset="-128"/>
        <a:cs typeface="+mn-cs"/>
      </a:defRPr>
    </a:lvl1pPr>
    <a:lvl2pPr marL="457200" algn="l" rtl="0" fontAlgn="base">
      <a:spcBef>
        <a:spcPct val="50000"/>
      </a:spcBef>
      <a:spcAft>
        <a:spcPct val="0"/>
      </a:spcAft>
      <a:defRPr kern="1200">
        <a:solidFill>
          <a:schemeClr val="bg2"/>
        </a:solidFill>
        <a:latin typeface="Arial" panose="020B0604020202020204" pitchFamily="34" charset="0"/>
        <a:ea typeface="MS PGothic" panose="020B0600070205080204" charset="-128"/>
        <a:cs typeface="+mn-cs"/>
      </a:defRPr>
    </a:lvl2pPr>
    <a:lvl3pPr marL="914400" algn="l" rtl="0" fontAlgn="base">
      <a:spcBef>
        <a:spcPct val="50000"/>
      </a:spcBef>
      <a:spcAft>
        <a:spcPct val="0"/>
      </a:spcAft>
      <a:defRPr kern="1200">
        <a:solidFill>
          <a:schemeClr val="bg2"/>
        </a:solidFill>
        <a:latin typeface="Arial" panose="020B0604020202020204" pitchFamily="34" charset="0"/>
        <a:ea typeface="MS PGothic" panose="020B0600070205080204" charset="-128"/>
        <a:cs typeface="+mn-cs"/>
      </a:defRPr>
    </a:lvl3pPr>
    <a:lvl4pPr marL="1371600" algn="l" rtl="0" fontAlgn="base">
      <a:spcBef>
        <a:spcPct val="50000"/>
      </a:spcBef>
      <a:spcAft>
        <a:spcPct val="0"/>
      </a:spcAft>
      <a:defRPr kern="1200">
        <a:solidFill>
          <a:schemeClr val="bg2"/>
        </a:solidFill>
        <a:latin typeface="Arial" panose="020B0604020202020204" pitchFamily="34" charset="0"/>
        <a:ea typeface="MS PGothic" panose="020B0600070205080204" charset="-128"/>
        <a:cs typeface="+mn-cs"/>
      </a:defRPr>
    </a:lvl4pPr>
    <a:lvl5pPr marL="1828800" algn="l" rtl="0" fontAlgn="base">
      <a:spcBef>
        <a:spcPct val="50000"/>
      </a:spcBef>
      <a:spcAft>
        <a:spcPct val="0"/>
      </a:spcAft>
      <a:defRPr kern="1200">
        <a:solidFill>
          <a:schemeClr val="bg2"/>
        </a:solidFill>
        <a:latin typeface="Arial" panose="020B0604020202020204" pitchFamily="34" charset="0"/>
        <a:ea typeface="MS PGothic" panose="020B0600070205080204" charset="-128"/>
        <a:cs typeface="+mn-cs"/>
      </a:defRPr>
    </a:lvl5pPr>
    <a:lvl6pPr marL="2286000" algn="l" defTabSz="914400" rtl="0" eaLnBrk="1" latinLnBrk="0" hangingPunct="1">
      <a:defRPr kern="1200">
        <a:solidFill>
          <a:schemeClr val="bg2"/>
        </a:solidFill>
        <a:latin typeface="Arial" panose="020B0604020202020204" pitchFamily="34" charset="0"/>
        <a:ea typeface="MS PGothic" panose="020B0600070205080204" charset="-128"/>
        <a:cs typeface="+mn-cs"/>
      </a:defRPr>
    </a:lvl6pPr>
    <a:lvl7pPr marL="2743200" algn="l" defTabSz="914400" rtl="0" eaLnBrk="1" latinLnBrk="0" hangingPunct="1">
      <a:defRPr kern="1200">
        <a:solidFill>
          <a:schemeClr val="bg2"/>
        </a:solidFill>
        <a:latin typeface="Arial" panose="020B0604020202020204" pitchFamily="34" charset="0"/>
        <a:ea typeface="MS PGothic" panose="020B0600070205080204" charset="-128"/>
        <a:cs typeface="+mn-cs"/>
      </a:defRPr>
    </a:lvl7pPr>
    <a:lvl8pPr marL="3200400" algn="l" defTabSz="914400" rtl="0" eaLnBrk="1" latinLnBrk="0" hangingPunct="1">
      <a:defRPr kern="1200">
        <a:solidFill>
          <a:schemeClr val="bg2"/>
        </a:solidFill>
        <a:latin typeface="Arial" panose="020B0604020202020204" pitchFamily="34" charset="0"/>
        <a:ea typeface="MS PGothic" panose="020B0600070205080204" charset="-128"/>
        <a:cs typeface="+mn-cs"/>
      </a:defRPr>
    </a:lvl8pPr>
    <a:lvl9pPr marL="3657600" algn="l" defTabSz="914400" rtl="0" eaLnBrk="1" latinLnBrk="0" hangingPunct="1">
      <a:defRPr kern="1200">
        <a:solidFill>
          <a:schemeClr val="bg2"/>
        </a:solidFill>
        <a:latin typeface="Arial" panose="020B0604020202020204" pitchFamily="34" charset="0"/>
        <a:ea typeface="MS PGothic" panose="020B0600070205080204" charset="-128"/>
        <a:cs typeface="+mn-cs"/>
      </a:defRPr>
    </a:lvl9pPr>
  </p:defaultTextStyle>
  <p:extLst>
    <p:ext uri="{EFAFB233-063F-42B5-8137-9DF3F51BA10A}">
      <p15:sldGuideLst xmlns:p15="http://schemas.microsoft.com/office/powerpoint/2012/main">
        <p15:guide id="1" orient="horz" pos="3941">
          <p15:clr>
            <a:srgbClr val="A4A3A4"/>
          </p15:clr>
        </p15:guide>
        <p15:guide id="2" orient="horz" pos="618">
          <p15:clr>
            <a:srgbClr val="A4A3A4"/>
          </p15:clr>
        </p15:guide>
        <p15:guide id="3" orient="horz" pos="2467">
          <p15:clr>
            <a:srgbClr val="A4A3A4"/>
          </p15:clr>
        </p15:guide>
        <p15:guide id="4" orient="horz" pos="2387">
          <p15:clr>
            <a:srgbClr val="A4A3A4"/>
          </p15:clr>
        </p15:guide>
        <p15:guide id="5" orient="horz" pos="838">
          <p15:clr>
            <a:srgbClr val="A4A3A4"/>
          </p15:clr>
        </p15:guide>
        <p15:guide id="6" orient="horz" pos="788">
          <p15:clr>
            <a:srgbClr val="A4A3A4"/>
          </p15:clr>
        </p15:guide>
        <p15:guide id="7" pos="355">
          <p15:clr>
            <a:srgbClr val="A4A3A4"/>
          </p15:clr>
        </p15:guide>
        <p15:guide id="8" pos="131">
          <p15:clr>
            <a:srgbClr val="A4A3A4"/>
          </p15:clr>
        </p15:guide>
        <p15:guide id="9" pos="2818">
          <p15:clr>
            <a:srgbClr val="A4A3A4"/>
          </p15:clr>
        </p15:guide>
        <p15:guide id="10" pos="2953">
          <p15:clr>
            <a:srgbClr val="A4A3A4"/>
          </p15:clr>
        </p15:guide>
        <p15:guide id="11" pos="5589">
          <p15:clr>
            <a:srgbClr val="A4A3A4"/>
          </p15:clr>
        </p15:guide>
        <p15:guide id="12" pos="4604">
          <p15:clr>
            <a:srgbClr val="A4A3A4"/>
          </p15:clr>
        </p15:guide>
        <p15:guide id="13" pos="3787">
          <p15:clr>
            <a:srgbClr val="A4A3A4"/>
          </p15:clr>
        </p15:guide>
        <p15:guide id="14" pos="3878">
          <p15:clr>
            <a:srgbClr val="A4A3A4"/>
          </p15:clr>
        </p15:guide>
      </p15:sldGuideLst>
    </p:ext>
    <p:ext uri="{2D200454-40CA-4A62-9FC3-DE9A4176ACB9}">
      <p15:notesGuideLst xmlns:p15="http://schemas.microsoft.com/office/powerpoint/2012/main">
        <p15:guide id="1" orient="horz" pos="3183">
          <p15:clr>
            <a:srgbClr val="A4A3A4"/>
          </p15:clr>
        </p15:guide>
        <p15:guide id="2" pos="218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3691"/>
    <a:srgbClr val="DDCE0D"/>
    <a:srgbClr val="0C6992"/>
    <a:srgbClr val="B4EBFE"/>
    <a:srgbClr val="00A8A8"/>
    <a:srgbClr val="00FF00"/>
    <a:srgbClr val="CAFECB"/>
    <a:srgbClr val="99CCFF"/>
    <a:srgbClr val="B51003"/>
    <a:srgbClr val="9D01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15" autoAdjust="0"/>
    <p:restoredTop sz="85811" autoAdjust="0"/>
  </p:normalViewPr>
  <p:slideViewPr>
    <p:cSldViewPr snapToObjects="1" showGuides="1">
      <p:cViewPr varScale="1">
        <p:scale>
          <a:sx n="76" d="100"/>
          <a:sy n="76" d="100"/>
        </p:scale>
        <p:origin x="1306" y="58"/>
      </p:cViewPr>
      <p:guideLst>
        <p:guide orient="horz" pos="3941"/>
        <p:guide orient="horz" pos="618"/>
        <p:guide orient="horz" pos="2467"/>
        <p:guide orient="horz" pos="2387"/>
        <p:guide orient="horz" pos="838"/>
        <p:guide orient="horz" pos="788"/>
        <p:guide pos="355"/>
        <p:guide pos="131"/>
        <p:guide pos="2818"/>
        <p:guide pos="2953"/>
        <p:guide pos="5589"/>
        <p:guide pos="4604"/>
        <p:guide pos="3787"/>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7" d="100"/>
        <a:sy n="137" d="100"/>
      </p:scale>
      <p:origin x="0" y="0"/>
    </p:cViewPr>
  </p:sorterViewPr>
  <p:notesViewPr>
    <p:cSldViewPr snapToObjects="1" showGuides="1">
      <p:cViewPr varScale="1">
        <p:scale>
          <a:sx n="85" d="100"/>
          <a:sy n="85" d="100"/>
        </p:scale>
        <p:origin x="-852" y="-90"/>
      </p:cViewPr>
      <p:guideLst>
        <p:guide orient="horz" pos="3183"/>
        <p:guide pos="218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302" name="Rectangle 6"/>
          <p:cNvSpPr>
            <a:spLocks noChangeArrowheads="1"/>
          </p:cNvSpPr>
          <p:nvPr/>
        </p:nvSpPr>
        <p:spPr bwMode="auto">
          <a:xfrm>
            <a:off x="0" y="0"/>
            <a:ext cx="7099300" cy="698500"/>
          </a:xfrm>
          <a:prstGeom prst="rect">
            <a:avLst/>
          </a:prstGeom>
          <a:solidFill>
            <a:srgbClr val="879BAA"/>
          </a:solidFill>
          <a:ln w="9525" algn="ctr">
            <a:noFill/>
            <a:miter lim="800000"/>
          </a:ln>
          <a:effectLst/>
        </p:spPr>
        <p:txBody>
          <a:bodyPr wrap="none" anchor="ctr"/>
          <a:lstStyle/>
          <a:p>
            <a:endParaRPr lang="en-US"/>
          </a:p>
        </p:txBody>
      </p:sp>
      <p:sp>
        <p:nvSpPr>
          <p:cNvPr id="173058" name="Rectangle 2"/>
          <p:cNvSpPr>
            <a:spLocks noGrp="1" noChangeArrowheads="1"/>
          </p:cNvSpPr>
          <p:nvPr>
            <p:ph type="hdr" sz="quarter"/>
          </p:nvPr>
        </p:nvSpPr>
        <p:spPr bwMode="auto">
          <a:xfrm>
            <a:off x="0" y="0"/>
            <a:ext cx="3249613" cy="552450"/>
          </a:xfrm>
          <a:prstGeom prst="rect">
            <a:avLst/>
          </a:prstGeom>
          <a:noFill/>
          <a:ln w="9525">
            <a:noFill/>
            <a:miter lim="800000"/>
          </a:ln>
          <a:effectLst/>
        </p:spPr>
        <p:txBody>
          <a:bodyPr vert="horz" wrap="square" lIns="148550" tIns="148550" rIns="148550" bIns="148550" numCol="1" anchor="t" anchorCtr="0" compatLnSpc="1"/>
          <a:lstStyle>
            <a:lvl1pPr defTabSz="942975">
              <a:spcBef>
                <a:spcPct val="0"/>
              </a:spcBef>
              <a:defRPr sz="1200">
                <a:solidFill>
                  <a:schemeClr val="bg1"/>
                </a:solidFill>
                <a:latin typeface="Siemens Sans" pitchFamily="2" charset="0"/>
              </a:defRPr>
            </a:lvl1pPr>
          </a:lstStyle>
          <a:p>
            <a:endParaRPr lang="en-US" dirty="0">
              <a:latin typeface="Arial" panose="020B0604020202020204" pitchFamily="34" charset="0"/>
            </a:endParaRPr>
          </a:p>
        </p:txBody>
      </p:sp>
      <p:sp>
        <p:nvSpPr>
          <p:cNvPr id="173059" name="Rectangle 3"/>
          <p:cNvSpPr>
            <a:spLocks noGrp="1" noChangeArrowheads="1"/>
          </p:cNvSpPr>
          <p:nvPr>
            <p:ph type="dt" sz="quarter" idx="1"/>
          </p:nvPr>
        </p:nvSpPr>
        <p:spPr bwMode="auto">
          <a:xfrm>
            <a:off x="3838576" y="0"/>
            <a:ext cx="3260724" cy="552450"/>
          </a:xfrm>
          <a:prstGeom prst="rect">
            <a:avLst/>
          </a:prstGeom>
          <a:noFill/>
          <a:ln w="9525">
            <a:noFill/>
            <a:miter lim="800000"/>
          </a:ln>
          <a:effectLst/>
        </p:spPr>
        <p:txBody>
          <a:bodyPr vert="horz" wrap="square" lIns="148550" tIns="148550" rIns="148550" bIns="148550" numCol="1" anchor="t" anchorCtr="0" compatLnSpc="1"/>
          <a:lstStyle>
            <a:lvl1pPr algn="r" defTabSz="942975">
              <a:spcBef>
                <a:spcPct val="0"/>
              </a:spcBef>
              <a:defRPr sz="1200">
                <a:solidFill>
                  <a:schemeClr val="bg1"/>
                </a:solidFill>
                <a:latin typeface="Siemens Sans" pitchFamily="2" charset="0"/>
              </a:defRPr>
            </a:lvl1pPr>
          </a:lstStyle>
          <a:p>
            <a:endParaRPr lang="en-US" dirty="0">
              <a:latin typeface="Arial" panose="020B0604020202020204" pitchFamily="34" charset="0"/>
            </a:endParaRPr>
          </a:p>
        </p:txBody>
      </p:sp>
      <p:sp>
        <p:nvSpPr>
          <p:cNvPr id="173060" name="Rectangle 4"/>
          <p:cNvSpPr>
            <a:spLocks noGrp="1" noChangeArrowheads="1"/>
          </p:cNvSpPr>
          <p:nvPr>
            <p:ph type="ftr" sz="quarter" idx="2"/>
          </p:nvPr>
        </p:nvSpPr>
        <p:spPr bwMode="auto">
          <a:xfrm>
            <a:off x="0" y="9682163"/>
            <a:ext cx="3249613" cy="552450"/>
          </a:xfrm>
          <a:prstGeom prst="rect">
            <a:avLst/>
          </a:prstGeom>
          <a:noFill/>
          <a:ln w="9525">
            <a:noFill/>
            <a:miter lim="800000"/>
          </a:ln>
          <a:effectLst/>
        </p:spPr>
        <p:txBody>
          <a:bodyPr vert="horz" wrap="square" lIns="148550" tIns="148550" rIns="148550" bIns="148550" numCol="1" anchor="b" anchorCtr="0" compatLnSpc="1"/>
          <a:lstStyle>
            <a:lvl1pPr defTabSz="942975">
              <a:spcBef>
                <a:spcPct val="0"/>
              </a:spcBef>
              <a:defRPr sz="1200">
                <a:solidFill>
                  <a:schemeClr val="tx1"/>
                </a:solidFill>
                <a:latin typeface="Siemens Sans" pitchFamily="2" charset="0"/>
              </a:defRPr>
            </a:lvl1pPr>
          </a:lstStyle>
          <a:p>
            <a:endParaRPr lang="en-US" dirty="0">
              <a:latin typeface="Arial" panose="020B0604020202020204" pitchFamily="34" charset="0"/>
            </a:endParaRPr>
          </a:p>
        </p:txBody>
      </p:sp>
      <p:sp>
        <p:nvSpPr>
          <p:cNvPr id="173061" name="Rectangle 5"/>
          <p:cNvSpPr>
            <a:spLocks noGrp="1" noChangeArrowheads="1"/>
          </p:cNvSpPr>
          <p:nvPr>
            <p:ph type="sldNum" sz="quarter" idx="3"/>
          </p:nvPr>
        </p:nvSpPr>
        <p:spPr bwMode="auto">
          <a:xfrm>
            <a:off x="3838576" y="9682163"/>
            <a:ext cx="3260724" cy="552450"/>
          </a:xfrm>
          <a:prstGeom prst="rect">
            <a:avLst/>
          </a:prstGeom>
          <a:noFill/>
          <a:ln w="9525">
            <a:noFill/>
            <a:miter lim="800000"/>
          </a:ln>
          <a:effectLst/>
        </p:spPr>
        <p:txBody>
          <a:bodyPr vert="horz" wrap="square" lIns="148550" tIns="148550" rIns="148550" bIns="148550" numCol="1" anchor="b" anchorCtr="0" compatLnSpc="1"/>
          <a:lstStyle>
            <a:lvl1pPr algn="r" defTabSz="942975">
              <a:spcBef>
                <a:spcPct val="0"/>
              </a:spcBef>
              <a:defRPr sz="1200">
                <a:solidFill>
                  <a:schemeClr val="tx1"/>
                </a:solidFill>
                <a:latin typeface="Siemens Sans" pitchFamily="2" charset="0"/>
              </a:defRPr>
            </a:lvl1pPr>
          </a:lstStyle>
          <a:p>
            <a:r>
              <a:rPr lang="en-US" dirty="0">
                <a:latin typeface="Arial" panose="020B0604020202020204" pitchFamily="34" charset="0"/>
              </a:rPr>
              <a:t>Handout </a:t>
            </a:r>
            <a:fld id="{BFC713D8-7968-482B-A79F-9C586FE5053A}" type="slidenum">
              <a:rPr lang="en-US" dirty="0"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33369978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249613" cy="552450"/>
          </a:xfrm>
          <a:prstGeom prst="rect">
            <a:avLst/>
          </a:prstGeom>
          <a:noFill/>
          <a:ln w="9525">
            <a:noFill/>
            <a:miter lim="800000"/>
          </a:ln>
          <a:effectLst/>
        </p:spPr>
        <p:txBody>
          <a:bodyPr vert="horz" wrap="square" lIns="148550" tIns="148550" rIns="148550" bIns="148550" numCol="1" anchor="t" anchorCtr="0" compatLnSpc="1"/>
          <a:lstStyle>
            <a:lvl1pPr defTabSz="942975">
              <a:spcBef>
                <a:spcPct val="0"/>
              </a:spcBef>
              <a:defRPr sz="1200">
                <a:solidFill>
                  <a:schemeClr val="tx1"/>
                </a:solidFill>
                <a:latin typeface="Arial" panose="020B0604020202020204" pitchFamily="34" charset="0"/>
              </a:defRPr>
            </a:lvl1pPr>
          </a:lstStyle>
          <a:p>
            <a:endParaRPr lang="en-US" dirty="0"/>
          </a:p>
        </p:txBody>
      </p:sp>
      <p:sp>
        <p:nvSpPr>
          <p:cNvPr id="77827" name="Rectangle 3"/>
          <p:cNvSpPr>
            <a:spLocks noGrp="1" noChangeArrowheads="1"/>
          </p:cNvSpPr>
          <p:nvPr>
            <p:ph type="dt" idx="1"/>
          </p:nvPr>
        </p:nvSpPr>
        <p:spPr bwMode="auto">
          <a:xfrm>
            <a:off x="3849688" y="0"/>
            <a:ext cx="3248025" cy="552450"/>
          </a:xfrm>
          <a:prstGeom prst="rect">
            <a:avLst/>
          </a:prstGeom>
          <a:noFill/>
          <a:ln w="9525">
            <a:noFill/>
            <a:miter lim="800000"/>
          </a:ln>
          <a:effectLst/>
        </p:spPr>
        <p:txBody>
          <a:bodyPr vert="horz" wrap="square" lIns="148550" tIns="148550" rIns="148550" bIns="148550" numCol="1" anchor="t" anchorCtr="0" compatLnSpc="1"/>
          <a:lstStyle>
            <a:lvl1pPr algn="r" defTabSz="942975">
              <a:spcBef>
                <a:spcPct val="0"/>
              </a:spcBef>
              <a:defRPr sz="1200">
                <a:solidFill>
                  <a:schemeClr val="tx1"/>
                </a:solidFill>
                <a:latin typeface="Arial" panose="020B0604020202020204" pitchFamily="34" charset="0"/>
              </a:defRPr>
            </a:lvl1pPr>
          </a:lstStyle>
          <a:p>
            <a:endParaRPr lang="en-US" dirty="0"/>
          </a:p>
        </p:txBody>
      </p:sp>
      <p:sp>
        <p:nvSpPr>
          <p:cNvPr id="77828" name="Rectangle 4"/>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sp>
      <p:sp>
        <p:nvSpPr>
          <p:cNvPr id="77829" name="Rectangle 5"/>
          <p:cNvSpPr>
            <a:spLocks noGrp="1" noChangeArrowheads="1"/>
          </p:cNvSpPr>
          <p:nvPr>
            <p:ph type="body" sz="quarter" idx="3"/>
          </p:nvPr>
        </p:nvSpPr>
        <p:spPr bwMode="auto">
          <a:xfrm>
            <a:off x="238125" y="4822825"/>
            <a:ext cx="6623050" cy="4565650"/>
          </a:xfrm>
          <a:prstGeom prst="rect">
            <a:avLst/>
          </a:prstGeom>
          <a:noFill/>
          <a:ln w="9525">
            <a:noFill/>
            <a:miter lim="800000"/>
          </a:ln>
          <a:effectLst/>
        </p:spPr>
        <p:txBody>
          <a:bodyPr vert="horz" wrap="square" lIns="0" tIns="0" rIns="0" bIns="0" numCol="1" anchor="t" anchorCtr="0" compatLnSpc="1"/>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77830" name="Rectangle 6"/>
          <p:cNvSpPr>
            <a:spLocks noGrp="1" noChangeArrowheads="1"/>
          </p:cNvSpPr>
          <p:nvPr>
            <p:ph type="ftr" sz="quarter" idx="4"/>
          </p:nvPr>
        </p:nvSpPr>
        <p:spPr bwMode="auto">
          <a:xfrm>
            <a:off x="0" y="9682163"/>
            <a:ext cx="3249613" cy="550862"/>
          </a:xfrm>
          <a:prstGeom prst="rect">
            <a:avLst/>
          </a:prstGeom>
          <a:noFill/>
          <a:ln w="9525">
            <a:noFill/>
            <a:miter lim="800000"/>
          </a:ln>
          <a:effectLst/>
        </p:spPr>
        <p:txBody>
          <a:bodyPr vert="horz" wrap="square" lIns="148550" tIns="148550" rIns="148550" bIns="148550" numCol="1" anchor="b" anchorCtr="0" compatLnSpc="1"/>
          <a:lstStyle>
            <a:lvl1pPr defTabSz="942975">
              <a:spcBef>
                <a:spcPct val="0"/>
              </a:spcBef>
              <a:defRPr sz="1200">
                <a:solidFill>
                  <a:schemeClr val="tx1"/>
                </a:solidFill>
                <a:latin typeface="Arial" panose="020B0604020202020204" pitchFamily="34" charset="0"/>
              </a:defRPr>
            </a:lvl1pPr>
          </a:lstStyle>
          <a:p>
            <a:endParaRPr lang="en-US" dirty="0"/>
          </a:p>
        </p:txBody>
      </p:sp>
      <p:sp>
        <p:nvSpPr>
          <p:cNvPr id="77831" name="Rectangle 7"/>
          <p:cNvSpPr>
            <a:spLocks noGrp="1" noChangeArrowheads="1"/>
          </p:cNvSpPr>
          <p:nvPr>
            <p:ph type="sldNum" sz="quarter" idx="5"/>
          </p:nvPr>
        </p:nvSpPr>
        <p:spPr bwMode="auto">
          <a:xfrm>
            <a:off x="3849688" y="9682163"/>
            <a:ext cx="3248025" cy="550862"/>
          </a:xfrm>
          <a:prstGeom prst="rect">
            <a:avLst/>
          </a:prstGeom>
          <a:noFill/>
          <a:ln w="9525">
            <a:noFill/>
            <a:miter lim="800000"/>
          </a:ln>
          <a:effectLst/>
        </p:spPr>
        <p:txBody>
          <a:bodyPr vert="horz" wrap="square" lIns="148550" tIns="148550" rIns="148550" bIns="148550" numCol="1" anchor="b" anchorCtr="0" compatLnSpc="1"/>
          <a:lstStyle>
            <a:lvl1pPr algn="r" defTabSz="942975">
              <a:spcBef>
                <a:spcPct val="0"/>
              </a:spcBef>
              <a:defRPr sz="1200">
                <a:solidFill>
                  <a:schemeClr val="tx1"/>
                </a:solidFill>
                <a:latin typeface="Siemens Sans" pitchFamily="2" charset="0"/>
              </a:defRPr>
            </a:lvl1pPr>
          </a:lstStyle>
          <a:p>
            <a:r>
              <a:rPr lang="en-US" dirty="0">
                <a:latin typeface="Arial" panose="020B0604020202020204" pitchFamily="34" charset="0"/>
              </a:rPr>
              <a:t>Notice </a:t>
            </a:r>
            <a:fld id="{AD141568-5488-4AC9-B82D-9F5CE1225E2A}" type="slidenum">
              <a:rPr lang="en-US" dirty="0"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35699660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charset="-128"/>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charset="-128"/>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charset="-128"/>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charset="-128"/>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151643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462090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big bar down)" type="title" preserve="1">
  <p:cSld name="Title (big bar down)">
    <p:spTree>
      <p:nvGrpSpPr>
        <p:cNvPr id="1" name=""/>
        <p:cNvGrpSpPr/>
        <p:nvPr/>
      </p:nvGrpSpPr>
      <p:grpSpPr>
        <a:xfrm>
          <a:off x="0" y="0"/>
          <a:ext cx="0" cy="0"/>
          <a:chOff x="0" y="0"/>
          <a:chExt cx="0" cy="0"/>
        </a:xfrm>
      </p:grpSpPr>
      <p:sp>
        <p:nvSpPr>
          <p:cNvPr id="8" name="Rectangle 15"/>
          <p:cNvSpPr>
            <a:spLocks noChangeArrowheads="1"/>
          </p:cNvSpPr>
          <p:nvPr userDrawn="1"/>
        </p:nvSpPr>
        <p:spPr bwMode="auto">
          <a:xfrm>
            <a:off x="0" y="0"/>
            <a:ext cx="9144000" cy="4149725"/>
          </a:xfrm>
          <a:prstGeom prst="rect">
            <a:avLst/>
          </a:prstGeom>
          <a:solidFill>
            <a:srgbClr val="D7D7CD"/>
          </a:solidFill>
          <a:ln w="9525">
            <a:noFill/>
            <a:miter lim="800000"/>
          </a:ln>
          <a:effectLst/>
        </p:spPr>
        <p:txBody>
          <a:bodyPr wrap="none" anchor="ctr"/>
          <a:lstStyle/>
          <a:p>
            <a:endParaRPr lang="en-US" noProof="0">
              <a:latin typeface="宋体" panose="02010600030101010101" pitchFamily="2" charset="-122"/>
              <a:ea typeface="宋体" panose="02010600030101010101" pitchFamily="2" charset="-122"/>
            </a:endParaRPr>
          </a:p>
        </p:txBody>
      </p:sp>
      <p:sp>
        <p:nvSpPr>
          <p:cNvPr id="14" name="Text Box 133"/>
          <p:cNvSpPr txBox="1">
            <a:spLocks noChangeArrowheads="1"/>
          </p:cNvSpPr>
          <p:nvPr userDrawn="1"/>
        </p:nvSpPr>
        <p:spPr bwMode="auto">
          <a:xfrm>
            <a:off x="0" y="6165851"/>
            <a:ext cx="9144000" cy="431800"/>
          </a:xfrm>
          <a:prstGeom prst="rect">
            <a:avLst/>
          </a:prstGeom>
          <a:noFill/>
          <a:ln w="9525">
            <a:noFill/>
            <a:miter lim="800000"/>
          </a:ln>
          <a:effectLst/>
        </p:spPr>
        <p:txBody>
          <a:bodyPr lIns="540000" tIns="144000" rIns="2124000" bIns="0" anchor="ctr"/>
          <a:lstStyle/>
          <a:p>
            <a:endParaRPr lang="en-US" sz="1000" b="1" noProof="0" dirty="0">
              <a:latin typeface="宋体" panose="02010600030101010101" pitchFamily="2" charset="-122"/>
              <a:ea typeface="宋体" panose="02010600030101010101" pitchFamily="2" charset="-122"/>
            </a:endParaRPr>
          </a:p>
        </p:txBody>
      </p:sp>
      <p:sp>
        <p:nvSpPr>
          <p:cNvPr id="57350" name="Rectangle 115"/>
          <p:cNvSpPr>
            <a:spLocks noGrp="1" noChangeArrowheads="1"/>
          </p:cNvSpPr>
          <p:nvPr>
            <p:ph type="ctrTitle" hasCustomPrompt="1"/>
          </p:nvPr>
        </p:nvSpPr>
        <p:spPr bwMode="gray">
          <a:xfrm>
            <a:off x="250825" y="4151315"/>
            <a:ext cx="8893175" cy="1485567"/>
          </a:xfrm>
          <a:solidFill>
            <a:srgbClr val="879BAA"/>
          </a:solidFill>
        </p:spPr>
        <p:txBody>
          <a:bodyPr wrap="square" lIns="270000" tIns="144000" rIns="370800" bIns="108000" anchor="t">
            <a:spAutoFit/>
          </a:bodyPr>
          <a:lstStyle>
            <a:lvl1pPr>
              <a:defRPr sz="4000" smtClean="0">
                <a:solidFill>
                  <a:schemeClr val="bg1"/>
                </a:solidFill>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57351" name="Rectangle 116"/>
          <p:cNvSpPr>
            <a:spLocks noGrp="1" noChangeArrowheads="1"/>
          </p:cNvSpPr>
          <p:nvPr>
            <p:ph type="subTitle" idx="1" hasCustomPrompt="1"/>
          </p:nvPr>
        </p:nvSpPr>
        <p:spPr bwMode="gray">
          <a:xfrm>
            <a:off x="250825" y="3758233"/>
            <a:ext cx="8893175" cy="393082"/>
          </a:xfrm>
          <a:solidFill>
            <a:srgbClr val="233746">
              <a:alpha val="65000"/>
            </a:srgbClr>
          </a:solidFill>
        </p:spPr>
        <p:txBody>
          <a:bodyPr wrap="square" lIns="270000" tIns="18000" bIns="36000" anchor="b">
            <a:noAutofit/>
          </a:bodyPr>
          <a:lstStyle>
            <a:lvl1pPr>
              <a:defRPr sz="2000" smtClean="0">
                <a:solidFill>
                  <a:schemeClr val="bg1"/>
                </a:solidFill>
                <a:latin typeface="宋体" panose="02010600030101010101" pitchFamily="2" charset="-122"/>
                <a:ea typeface="宋体" panose="02010600030101010101" pitchFamily="2" charset="-122"/>
              </a:defRPr>
            </a:lvl1pPr>
          </a:lstStyle>
          <a:p>
            <a:r>
              <a:rPr lang="en-US" noProof="0" dirty="0"/>
              <a:t>Click the style sheet to edit the subhead</a:t>
            </a:r>
          </a:p>
        </p:txBody>
      </p:sp>
      <p:sp>
        <p:nvSpPr>
          <p:cNvPr id="2" name="Text Box 133"/>
          <p:cNvSpPr txBox="1">
            <a:spLocks noChangeArrowheads="1"/>
          </p:cNvSpPr>
          <p:nvPr userDrawn="1"/>
        </p:nvSpPr>
        <p:spPr bwMode="auto">
          <a:xfrm>
            <a:off x="6156326" y="6165851"/>
            <a:ext cx="2987674" cy="431800"/>
          </a:xfrm>
          <a:prstGeom prst="rect">
            <a:avLst/>
          </a:prstGeom>
          <a:noFill/>
          <a:ln w="9525">
            <a:noFill/>
            <a:miter lim="800000"/>
          </a:ln>
          <a:effectLst/>
        </p:spPr>
        <p:txBody>
          <a:bodyPr lIns="0" tIns="144000" rIns="396000" bIns="0" anchor="ctr"/>
          <a:lstStyle/>
          <a:p>
            <a:pPr algn="r"/>
            <a:r>
              <a:rPr lang="zh-CN" altLang="en-US" sz="1000" b="1" noProof="0" dirty="0">
                <a:solidFill>
                  <a:schemeClr val="tx1"/>
                </a:solidFill>
                <a:latin typeface="宋体" panose="02010600030101010101" pitchFamily="2" charset="-122"/>
                <a:ea typeface="宋体" panose="02010600030101010101" pitchFamily="2" charset="-122"/>
              </a:rPr>
              <a:t>能效先锋，智能制造</a:t>
            </a:r>
            <a:endParaRPr lang="en-US" sz="1000" b="1" noProof="0" dirty="0">
              <a:solidFill>
                <a:schemeClr val="tx1"/>
              </a:solidFill>
              <a:latin typeface="宋体" panose="02010600030101010101" pitchFamily="2" charset="-122"/>
              <a:ea typeface="宋体" panose="02010600030101010101" pitchFamily="2" charset="-122"/>
            </a:endParaRPr>
          </a:p>
        </p:txBody>
      </p:sp>
      <p:pic>
        <p:nvPicPr>
          <p:cNvPr id="76804" name="Picture 4"/>
          <p:cNvPicPr>
            <a:picLocks noChangeAspect="1" noChangeArrowheads="1"/>
          </p:cNvPicPr>
          <p:nvPr userDrawn="1"/>
        </p:nvPicPr>
        <p:blipFill>
          <a:blip r:embed="rId2"/>
          <a:srcRect/>
          <a:stretch>
            <a:fillRect/>
          </a:stretch>
        </p:blipFill>
        <p:spPr bwMode="auto">
          <a:xfrm>
            <a:off x="0" y="0"/>
            <a:ext cx="9144000" cy="4225298"/>
          </a:xfrm>
          <a:prstGeom prst="rect">
            <a:avLst/>
          </a:prstGeom>
          <a:noFill/>
          <a:ln w="9525">
            <a:noFill/>
            <a:miter lim="800000"/>
            <a:headEnd/>
            <a:tailEnd/>
          </a:ln>
          <a:effectLst/>
        </p:spPr>
      </p:pic>
      <p:pic>
        <p:nvPicPr>
          <p:cNvPr id="11" name="Picture 2"/>
          <p:cNvPicPr>
            <a:picLocks noChangeAspect="1" noChangeArrowheads="1"/>
          </p:cNvPicPr>
          <p:nvPr userDrawn="1"/>
        </p:nvPicPr>
        <p:blipFill>
          <a:blip r:embed="rId3" cstate="print"/>
          <a:srcRect/>
          <a:stretch>
            <a:fillRect/>
          </a:stretch>
        </p:blipFill>
        <p:spPr bwMode="auto">
          <a:xfrm>
            <a:off x="6689036" y="157236"/>
            <a:ext cx="2203444" cy="771434"/>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 + Index/Contact" preserve="1" userDrawn="1">
  <p:cSld name="Image + Index/Contac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11" name="Bildplatzhalter 10"/>
          <p:cNvSpPr>
            <a:spLocks noGrp="1"/>
          </p:cNvSpPr>
          <p:nvPr>
            <p:ph type="pic" sz="quarter" idx="13"/>
          </p:nvPr>
        </p:nvSpPr>
        <p:spPr>
          <a:xfrm>
            <a:off x="0" y="1412875"/>
            <a:ext cx="4571999" cy="4752975"/>
          </a:xfrm>
        </p:spPr>
        <p:txBody>
          <a:bodyPr/>
          <a:lstStyle/>
          <a:p>
            <a:r>
              <a:rPr lang="en-US" altLang="zh-CN" noProof="0"/>
              <a:t>Click icon to add picture</a:t>
            </a:r>
            <a:endParaRPr lang="en-US" noProof="0" dirty="0"/>
          </a:p>
        </p:txBody>
      </p:sp>
      <p:sp>
        <p:nvSpPr>
          <p:cNvPr id="13" name="Textplatzhalter 12"/>
          <p:cNvSpPr>
            <a:spLocks noGrp="1"/>
          </p:cNvSpPr>
          <p:nvPr>
            <p:ph type="body" sz="quarter" idx="14" hasCustomPrompt="1"/>
          </p:nvPr>
        </p:nvSpPr>
        <p:spPr bwMode="gray">
          <a:xfrm>
            <a:off x="4716463" y="1412875"/>
            <a:ext cx="4427537" cy="4752975"/>
          </a:xfrm>
          <a:solidFill>
            <a:srgbClr val="D7D7CD"/>
          </a:solidFill>
        </p:spPr>
        <p:txBody>
          <a:bodyPr lIns="252000" tIns="144000" rIns="396000" bIns="144000"/>
          <a:lstStyle>
            <a:lvl1pPr marL="0" indent="0">
              <a:lnSpc>
                <a:spcPct val="100000"/>
              </a:lnSpc>
              <a:spcBef>
                <a:spcPts val="500"/>
              </a:spcBef>
              <a:spcAft>
                <a:spcPts val="500"/>
              </a:spcAft>
              <a:buClr>
                <a:schemeClr val="bg2"/>
              </a:buClr>
              <a:buFont typeface="Arial" panose="020B0604020202020204" pitchFamily="34" charset="0"/>
              <a:buNone/>
              <a:tabLst>
                <a:tab pos="3773170" algn="r"/>
              </a:tabLst>
              <a:defRPr/>
            </a:lvl1pPr>
            <a:lvl2pPr marL="179705" indent="-177800">
              <a:lnSpc>
                <a:spcPct val="100000"/>
              </a:lnSpc>
              <a:spcBef>
                <a:spcPts val="500"/>
              </a:spcBef>
              <a:spcAft>
                <a:spcPts val="500"/>
              </a:spcAft>
              <a:buFont typeface="Arial" panose="020B0604020202020204" pitchFamily="34" charset="0"/>
              <a:buChar char="•"/>
              <a:tabLst>
                <a:tab pos="3773170" algn="r"/>
              </a:tabLst>
              <a:defRPr b="0"/>
            </a:lvl2pPr>
            <a:lvl3pPr marL="177800" indent="-177800">
              <a:lnSpc>
                <a:spcPct val="100000"/>
              </a:lnSpc>
              <a:spcBef>
                <a:spcPts val="500"/>
              </a:spcBef>
              <a:spcAft>
                <a:spcPts val="500"/>
              </a:spcAft>
              <a:tabLst>
                <a:tab pos="3773170" algn="r"/>
              </a:tabLst>
              <a:defRPr b="1"/>
            </a:lvl3pPr>
            <a:lvl4pPr marL="358775" indent="-177800">
              <a:lnSpc>
                <a:spcPct val="100000"/>
              </a:lnSpc>
              <a:spcBef>
                <a:spcPts val="500"/>
              </a:spcBef>
              <a:spcAft>
                <a:spcPts val="500"/>
              </a:spcAft>
              <a:tabLst>
                <a:tab pos="3773170" algn="r"/>
              </a:tabLst>
              <a:defRPr b="0"/>
            </a:lvl4pPr>
            <a:lvl5pPr marL="357505" indent="-177800">
              <a:lnSpc>
                <a:spcPct val="100000"/>
              </a:lnSpc>
              <a:spcBef>
                <a:spcPts val="500"/>
              </a:spcBef>
              <a:spcAft>
                <a:spcPts val="500"/>
              </a:spcAft>
              <a:tabLst>
                <a:tab pos="3773170" algn="r"/>
              </a:tabLst>
              <a:defRPr b="1" baseline="0"/>
            </a:lvl5pPr>
            <a:lvl6pPr marL="360680" indent="-180975">
              <a:lnSpc>
                <a:spcPct val="100000"/>
              </a:lnSpc>
              <a:spcBef>
                <a:spcPts val="500"/>
              </a:spcBef>
              <a:spcAft>
                <a:spcPts val="500"/>
              </a:spcAft>
              <a:buFont typeface="Arial" panose="020B0604020202020204" pitchFamily="34" charset="0"/>
              <a:buChar char="•"/>
              <a:tabLst>
                <a:tab pos="3773170" algn="r"/>
              </a:tabLst>
              <a:defRPr b="1"/>
            </a:lvl6pPr>
          </a:lstStyle>
          <a:p>
            <a:pPr lvl="0"/>
            <a:r>
              <a:rPr lang="en-US" noProof="0" dirty="0"/>
              <a:t>Click the style sheet to edit the </a:t>
            </a:r>
            <a:r>
              <a:rPr lang="en-US" noProof="0" dirty="0" err="1"/>
              <a:t>toc</a:t>
            </a:r>
            <a:r>
              <a:rPr lang="en-US" noProof="0" dirty="0"/>
              <a:t>/contact</a:t>
            </a:r>
          </a:p>
          <a:p>
            <a:pPr lvl="1"/>
            <a:r>
              <a:rPr lang="en-US" noProof="0" dirty="0"/>
              <a:t>chapter</a:t>
            </a:r>
          </a:p>
          <a:p>
            <a:pPr lvl="2"/>
            <a:r>
              <a:rPr lang="en-US" noProof="0" dirty="0"/>
              <a:t>active chapter</a:t>
            </a:r>
          </a:p>
          <a:p>
            <a:pPr lvl="3"/>
            <a:r>
              <a:rPr lang="en-US" noProof="0" dirty="0"/>
              <a:t>subchapter</a:t>
            </a:r>
          </a:p>
          <a:p>
            <a:pPr lvl="4"/>
            <a:r>
              <a:rPr lang="en-US" noProof="0" dirty="0"/>
              <a:t>active subchapter</a:t>
            </a:r>
          </a:p>
        </p:txBody>
      </p:sp>
      <p:pic>
        <p:nvPicPr>
          <p:cNvPr id="8" name="内容占位符 18" descr="4.png"/>
          <p:cNvPicPr>
            <a:picLocks noChangeAspect="1"/>
          </p:cNvPicPr>
          <p:nvPr userDrawn="1"/>
        </p:nvPicPr>
        <p:blipFill>
          <a:blip r:embed="rId2"/>
          <a:stretch>
            <a:fillRect/>
          </a:stretch>
        </p:blipFill>
        <p:spPr bwMode="auto">
          <a:xfrm>
            <a:off x="0" y="1412875"/>
            <a:ext cx="4571999" cy="4972790"/>
          </a:xfrm>
          <a:prstGeom prst="rect">
            <a:avLst/>
          </a:prstGeom>
          <a:noFill/>
          <a:ln w="9525">
            <a:noFill/>
            <a:miter lim="800000"/>
            <a:headEnd/>
            <a:tailEnd/>
          </a:ln>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ext + Index" preserve="1" userDrawn="1">
  <p:cSld name="Text + Index">
    <p:spTree>
      <p:nvGrpSpPr>
        <p:cNvPr id="1" name=""/>
        <p:cNvGrpSpPr/>
        <p:nvPr/>
      </p:nvGrpSpPr>
      <p:grpSpPr>
        <a:xfrm>
          <a:off x="0" y="0"/>
          <a:ext cx="0" cy="0"/>
          <a:chOff x="0" y="0"/>
          <a:chExt cx="0" cy="0"/>
        </a:xfrm>
      </p:grpSpPr>
      <p:sp>
        <p:nvSpPr>
          <p:cNvPr id="11" name="Textplatzhalter 12"/>
          <p:cNvSpPr>
            <a:spLocks noGrp="1"/>
          </p:cNvSpPr>
          <p:nvPr>
            <p:ph type="body" sz="quarter" idx="14" hasCustomPrompt="1"/>
          </p:nvPr>
        </p:nvSpPr>
        <p:spPr bwMode="gray">
          <a:xfrm>
            <a:off x="4716463" y="1412875"/>
            <a:ext cx="4427537" cy="4752975"/>
          </a:xfrm>
          <a:solidFill>
            <a:srgbClr val="D7D7CD"/>
          </a:solidFill>
        </p:spPr>
        <p:txBody>
          <a:bodyPr lIns="252000" tIns="144000" rIns="396000" bIns="144000"/>
          <a:lstStyle>
            <a:lvl1pPr marL="0" indent="0">
              <a:lnSpc>
                <a:spcPct val="100000"/>
              </a:lnSpc>
              <a:spcBef>
                <a:spcPts val="500"/>
              </a:spcBef>
              <a:spcAft>
                <a:spcPts val="500"/>
              </a:spcAft>
              <a:buClr>
                <a:schemeClr val="bg2"/>
              </a:buClr>
              <a:buFont typeface="Arial" panose="020B0604020202020204" pitchFamily="34" charset="0"/>
              <a:buNone/>
              <a:tabLst>
                <a:tab pos="3787775" algn="r"/>
              </a:tabLst>
              <a:defRPr/>
            </a:lvl1pPr>
            <a:lvl2pPr marL="179705" indent="-177800">
              <a:lnSpc>
                <a:spcPct val="100000"/>
              </a:lnSpc>
              <a:spcBef>
                <a:spcPts val="500"/>
              </a:spcBef>
              <a:spcAft>
                <a:spcPts val="500"/>
              </a:spcAft>
              <a:buFont typeface="Arial" panose="020B0604020202020204" pitchFamily="34" charset="0"/>
              <a:buChar char="•"/>
              <a:tabLst>
                <a:tab pos="3787775" algn="r"/>
              </a:tabLst>
              <a:defRPr b="0"/>
            </a:lvl2pPr>
            <a:lvl3pPr marL="177800" indent="-177800">
              <a:lnSpc>
                <a:spcPct val="100000"/>
              </a:lnSpc>
              <a:spcBef>
                <a:spcPts val="500"/>
              </a:spcBef>
              <a:spcAft>
                <a:spcPts val="500"/>
              </a:spcAft>
              <a:tabLst>
                <a:tab pos="3787775" algn="r"/>
              </a:tabLst>
              <a:defRPr b="1"/>
            </a:lvl3pPr>
            <a:lvl4pPr marL="360680" indent="-179705">
              <a:lnSpc>
                <a:spcPct val="100000"/>
              </a:lnSpc>
              <a:spcBef>
                <a:spcPts val="500"/>
              </a:spcBef>
              <a:spcAft>
                <a:spcPts val="500"/>
              </a:spcAft>
              <a:tabLst>
                <a:tab pos="3787775" algn="r"/>
              </a:tabLst>
              <a:defRPr b="0"/>
            </a:lvl4pPr>
            <a:lvl5pPr marL="357505" indent="-177800">
              <a:lnSpc>
                <a:spcPct val="100000"/>
              </a:lnSpc>
              <a:spcBef>
                <a:spcPts val="500"/>
              </a:spcBef>
              <a:spcAft>
                <a:spcPts val="500"/>
              </a:spcAft>
              <a:tabLst>
                <a:tab pos="3787775" algn="r"/>
              </a:tabLst>
              <a:defRPr b="1" baseline="0"/>
            </a:lvl5pPr>
            <a:lvl6pPr marL="360680" indent="-180975">
              <a:lnSpc>
                <a:spcPct val="100000"/>
              </a:lnSpc>
              <a:spcBef>
                <a:spcPts val="500"/>
              </a:spcBef>
              <a:spcAft>
                <a:spcPts val="500"/>
              </a:spcAft>
              <a:buFont typeface="Arial" panose="020B0604020202020204" pitchFamily="34" charset="0"/>
              <a:buChar char="•"/>
              <a:tabLst>
                <a:tab pos="3787775" algn="r"/>
              </a:tabLst>
              <a:defRPr b="1"/>
            </a:lvl6pPr>
          </a:lstStyle>
          <a:p>
            <a:pPr lvl="0"/>
            <a:r>
              <a:rPr lang="en-US" noProof="0" dirty="0"/>
              <a:t>Click the style sheet to edit the </a:t>
            </a:r>
            <a:r>
              <a:rPr lang="en-US" noProof="0" dirty="0" err="1"/>
              <a:t>toc</a:t>
            </a:r>
            <a:r>
              <a:rPr lang="en-US" noProof="0" dirty="0"/>
              <a:t>/contact</a:t>
            </a:r>
          </a:p>
          <a:p>
            <a:pPr lvl="1"/>
            <a:r>
              <a:rPr lang="en-US" noProof="0" dirty="0"/>
              <a:t>chapter</a:t>
            </a:r>
          </a:p>
          <a:p>
            <a:pPr lvl="2"/>
            <a:r>
              <a:rPr lang="en-US" noProof="0" dirty="0"/>
              <a:t>active chapter</a:t>
            </a:r>
          </a:p>
          <a:p>
            <a:pPr lvl="3"/>
            <a:r>
              <a:rPr lang="en-US" noProof="0" dirty="0"/>
              <a:t>subchapter</a:t>
            </a:r>
          </a:p>
          <a:p>
            <a:pPr lvl="4"/>
            <a:r>
              <a:rPr lang="en-US" noProof="0" dirty="0"/>
              <a:t>active subchapter</a:t>
            </a:r>
          </a:p>
        </p:txBody>
      </p:sp>
      <p:sp>
        <p:nvSpPr>
          <p:cNvPr id="2" name="Titel 1"/>
          <p:cNvSpPr>
            <a:spLocks noGrp="1"/>
          </p:cNvSpPr>
          <p:nvPr>
            <p:ph type="title" hasCustomPrompt="1"/>
          </p:nvPr>
        </p:nvSpPr>
        <p:spPr/>
        <p:txBody>
          <a:bodyPr/>
          <a:lstStyle/>
          <a:p>
            <a:r>
              <a:rPr lang="en-US" noProof="0" dirty="0"/>
              <a:t>Click the style sheet to edit the title</a:t>
            </a:r>
          </a:p>
        </p:txBody>
      </p:sp>
      <p:sp>
        <p:nvSpPr>
          <p:cNvPr id="13" name="Textplatzhalter 12"/>
          <p:cNvSpPr>
            <a:spLocks noGrp="1"/>
          </p:cNvSpPr>
          <p:nvPr>
            <p:ph type="body" sz="quarter" idx="13" hasCustomPrompt="1"/>
          </p:nvPr>
        </p:nvSpPr>
        <p:spPr>
          <a:xfrm>
            <a:off x="539750" y="1412875"/>
            <a:ext cx="4032250"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ree Content" preserve="1" userDrawn="1">
  <p:cSld name="Free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object (small)" type="obj" preserve="1">
  <p:cSld name="One object (smal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3" name="Inhaltsplatzhalter 2"/>
          <p:cNvSpPr>
            <a:spLocks noGrp="1"/>
          </p:cNvSpPr>
          <p:nvPr>
            <p:ph idx="1" hasCustomPrompt="1"/>
          </p:nvPr>
        </p:nvSpPr>
        <p:spPr>
          <a:xfrm>
            <a:off x="539749" y="1412874"/>
            <a:ext cx="6769101"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object (large)" type="obj" preserve="1">
  <p:cSld name="One object (larg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3" name="Inhaltsplatzhalter 2"/>
          <p:cNvSpPr>
            <a:spLocks noGrp="1"/>
          </p:cNvSpPr>
          <p:nvPr>
            <p:ph idx="1" hasCustomPrompt="1"/>
          </p:nvPr>
        </p:nvSpPr>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lumns" preserve="1" userDrawn="1">
  <p:cSld name="Two column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3" name="Inhaltsplatzhalter 2"/>
          <p:cNvSpPr>
            <a:spLocks noGrp="1"/>
          </p:cNvSpPr>
          <p:nvPr>
            <p:ph idx="1" hasCustomPrompt="1"/>
          </p:nvPr>
        </p:nvSpPr>
        <p:spPr>
          <a:xfrm>
            <a:off x="539749" y="1412874"/>
            <a:ext cx="4032251"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4716463" y="1412875"/>
            <a:ext cx="4032250"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rows" preserve="1" userDrawn="1">
  <p:cSld name="Two row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3" name="Inhaltsplatzhalter 2"/>
          <p:cNvSpPr>
            <a:spLocks noGrp="1"/>
          </p:cNvSpPr>
          <p:nvPr>
            <p:ph idx="1" hasCustomPrompt="1"/>
          </p:nvPr>
        </p:nvSpPr>
        <p:spPr>
          <a:xfrm>
            <a:off x="539749" y="1412875"/>
            <a:ext cx="6769101" cy="2303464"/>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539751" y="3860800"/>
            <a:ext cx="6769100" cy="2305050"/>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lumns" preserve="1" userDrawn="1">
  <p:cSld name="Three column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noProof="0" dirty="0"/>
              <a:t>Click the style sheet to edit the title</a:t>
            </a:r>
          </a:p>
        </p:txBody>
      </p:sp>
      <p:sp>
        <p:nvSpPr>
          <p:cNvPr id="3" name="Inhaltsplatzhalter 2"/>
          <p:cNvSpPr>
            <a:spLocks noGrp="1"/>
          </p:cNvSpPr>
          <p:nvPr>
            <p:ph idx="1" hasCustomPrompt="1"/>
          </p:nvPr>
        </p:nvSpPr>
        <p:spPr>
          <a:xfrm>
            <a:off x="539749" y="1412874"/>
            <a:ext cx="2587621"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3271833" y="1412875"/>
            <a:ext cx="2740030"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Inhaltsplatzhalter 11"/>
          <p:cNvSpPr>
            <a:spLocks noGrp="1"/>
          </p:cNvSpPr>
          <p:nvPr>
            <p:ph sz="quarter" idx="14" hasCustomPrompt="1"/>
          </p:nvPr>
        </p:nvSpPr>
        <p:spPr>
          <a:xfrm>
            <a:off x="6156325" y="1412875"/>
            <a:ext cx="2592388" cy="4752975"/>
          </a:xfrm>
        </p:spPr>
        <p:txBody>
          <a:body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Four objects" preserve="1" userDrawn="1">
  <p:cSld name="Four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3" name="Inhaltsplatzhalter 2"/>
          <p:cNvSpPr>
            <a:spLocks noGrp="1"/>
          </p:cNvSpPr>
          <p:nvPr>
            <p:ph idx="1" hasCustomPrompt="1"/>
          </p:nvPr>
        </p:nvSpPr>
        <p:spPr>
          <a:xfrm>
            <a:off x="539749" y="1412875"/>
            <a:ext cx="4032251" cy="2303464"/>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539751" y="3860800"/>
            <a:ext cx="4032250" cy="2305050"/>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Inhaltsplatzhalter 11"/>
          <p:cNvSpPr>
            <a:spLocks noGrp="1"/>
          </p:cNvSpPr>
          <p:nvPr>
            <p:ph sz="quarter" idx="14" hasCustomPrompt="1"/>
          </p:nvPr>
        </p:nvSpPr>
        <p:spPr>
          <a:xfrm>
            <a:off x="4716463" y="1412875"/>
            <a:ext cx="4032250" cy="2303463"/>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Inhaltsplatzhalter 14"/>
          <p:cNvSpPr>
            <a:spLocks noGrp="1"/>
          </p:cNvSpPr>
          <p:nvPr>
            <p:ph sz="quarter" idx="15" hasCustomPrompt="1"/>
          </p:nvPr>
        </p:nvSpPr>
        <p:spPr>
          <a:xfrm>
            <a:off x="4716463" y="3860800"/>
            <a:ext cx="4032250" cy="2305050"/>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ree Content + Navigation" preserve="1" userDrawn="1">
  <p:cSld name="Free Content + Navigatio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4" name="Textplatzhalter 13"/>
          <p:cNvSpPr>
            <a:spLocks noGrp="1"/>
          </p:cNvSpPr>
          <p:nvPr>
            <p:ph type="body" sz="quarter" idx="13" hasCustomPrompt="1"/>
          </p:nvPr>
        </p:nvSpPr>
        <p:spPr>
          <a:xfrm>
            <a:off x="7452713" y="1412875"/>
            <a:ext cx="1296000" cy="4752975"/>
          </a:xfrm>
        </p:spPr>
        <p:txBody>
          <a:bodyPr/>
          <a:lstStyle>
            <a:lvl1pPr marL="144145" indent="-144145">
              <a:lnSpc>
                <a:spcPct val="100000"/>
              </a:lnSpc>
              <a:spcBef>
                <a:spcPts val="400"/>
              </a:spcBef>
              <a:spcAft>
                <a:spcPts val="400"/>
              </a:spcAft>
              <a:buSzPct val="70000"/>
              <a:buFont typeface="Arial" panose="020B0604020202020204" pitchFamily="34" charset="0"/>
              <a:buChar char="►"/>
              <a:defRPr sz="1200">
                <a:solidFill>
                  <a:schemeClr val="bg2"/>
                </a:solidFill>
                <a:latin typeface="宋体" panose="02010600030101010101" pitchFamily="2" charset="-122"/>
                <a:ea typeface="宋体" panose="02010600030101010101" pitchFamily="2" charset="-122"/>
              </a:defRPr>
            </a:lvl1pPr>
            <a:lvl2pPr marL="144145" indent="-144145">
              <a:lnSpc>
                <a:spcPct val="100000"/>
              </a:lnSpc>
              <a:spcBef>
                <a:spcPts val="400"/>
              </a:spcBef>
              <a:spcAft>
                <a:spcPts val="400"/>
              </a:spcAft>
              <a:buClrTx/>
              <a:buSzPct val="70000"/>
              <a:buFont typeface="Arial" panose="020B0604020202020204" pitchFamily="34" charset="0"/>
              <a:buChar char="►"/>
              <a:defRPr sz="1200">
                <a:solidFill>
                  <a:schemeClr val="accent4"/>
                </a:solidFill>
                <a:latin typeface="宋体" panose="02010600030101010101" pitchFamily="2" charset="-122"/>
                <a:ea typeface="宋体" panose="02010600030101010101" pitchFamily="2" charset="-122"/>
              </a:defRPr>
            </a:lvl2pPr>
            <a:lvl3pPr marL="28829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3pPr>
            <a:lvl4pPr marL="28829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4pPr>
            <a:lvl5pPr marL="43180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5pPr>
            <a:lvl6pPr marL="43180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6pPr>
          </a:lstStyle>
          <a:p>
            <a:pPr lvl="0"/>
            <a:r>
              <a:rPr lang="en-US" noProof="0" dirty="0"/>
              <a:t>Click the style sheet to edit the navigation</a:t>
            </a:r>
          </a:p>
          <a:p>
            <a:pPr lvl="1"/>
            <a:r>
              <a:rPr lang="en-US" noProof="0" dirty="0"/>
              <a:t>active chapter</a:t>
            </a:r>
          </a:p>
          <a:p>
            <a:pPr lvl="2"/>
            <a:r>
              <a:rPr lang="en-US" noProof="0" dirty="0"/>
              <a:t>subchapter</a:t>
            </a:r>
          </a:p>
          <a:p>
            <a:pPr lvl="3"/>
            <a:r>
              <a:rPr lang="en-US" noProof="0" dirty="0"/>
              <a:t>active subchapter</a:t>
            </a:r>
          </a:p>
          <a:p>
            <a:pPr lvl="4"/>
            <a:r>
              <a:rPr lang="en-US" noProof="0" dirty="0"/>
              <a:t>subchapter</a:t>
            </a:r>
          </a:p>
          <a:p>
            <a:pPr lvl="5"/>
            <a:r>
              <a:rPr lang="en-US" noProof="0" dirty="0"/>
              <a:t>active subchapter</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object (small) + Navigation" preserve="1" userDrawn="1">
  <p:cSld name="One object (small) + Navigatio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3" name="Inhaltsplatzhalter 2"/>
          <p:cNvSpPr>
            <a:spLocks noGrp="1"/>
          </p:cNvSpPr>
          <p:nvPr>
            <p:ph idx="1" hasCustomPrompt="1"/>
          </p:nvPr>
        </p:nvSpPr>
        <p:spPr>
          <a:xfrm>
            <a:off x="539749" y="1412874"/>
            <a:ext cx="6769101" cy="475297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platzhalter 13"/>
          <p:cNvSpPr>
            <a:spLocks noGrp="1"/>
          </p:cNvSpPr>
          <p:nvPr>
            <p:ph type="body" sz="quarter" idx="13" hasCustomPrompt="1"/>
          </p:nvPr>
        </p:nvSpPr>
        <p:spPr>
          <a:xfrm>
            <a:off x="7452713" y="1412875"/>
            <a:ext cx="1296000" cy="4752975"/>
          </a:xfrm>
        </p:spPr>
        <p:txBody>
          <a:bodyPr/>
          <a:lstStyle>
            <a:lvl1pPr marL="144145" indent="-144145">
              <a:lnSpc>
                <a:spcPct val="100000"/>
              </a:lnSpc>
              <a:spcBef>
                <a:spcPts val="400"/>
              </a:spcBef>
              <a:spcAft>
                <a:spcPts val="400"/>
              </a:spcAft>
              <a:buSzPct val="70000"/>
              <a:buFont typeface="Arial" panose="020B0604020202020204" pitchFamily="34" charset="0"/>
              <a:buChar char="►"/>
              <a:defRPr sz="1200">
                <a:solidFill>
                  <a:schemeClr val="bg2"/>
                </a:solidFill>
                <a:latin typeface="宋体" panose="02010600030101010101" pitchFamily="2" charset="-122"/>
                <a:ea typeface="宋体" panose="02010600030101010101" pitchFamily="2" charset="-122"/>
              </a:defRPr>
            </a:lvl1pPr>
            <a:lvl2pPr marL="144145" indent="-144145">
              <a:lnSpc>
                <a:spcPct val="100000"/>
              </a:lnSpc>
              <a:spcBef>
                <a:spcPts val="400"/>
              </a:spcBef>
              <a:spcAft>
                <a:spcPts val="400"/>
              </a:spcAft>
              <a:buClrTx/>
              <a:buSzPct val="70000"/>
              <a:buFont typeface="Arial" panose="020B0604020202020204" pitchFamily="34" charset="0"/>
              <a:buChar char="►"/>
              <a:defRPr sz="1200">
                <a:solidFill>
                  <a:schemeClr val="accent4"/>
                </a:solidFill>
                <a:latin typeface="宋体" panose="02010600030101010101" pitchFamily="2" charset="-122"/>
                <a:ea typeface="宋体" panose="02010600030101010101" pitchFamily="2" charset="-122"/>
              </a:defRPr>
            </a:lvl2pPr>
            <a:lvl3pPr marL="28829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3pPr>
            <a:lvl4pPr marL="28829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4pPr>
            <a:lvl5pPr marL="43180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5pPr>
            <a:lvl6pPr marL="43180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6pPr>
          </a:lstStyle>
          <a:p>
            <a:pPr lvl="0"/>
            <a:r>
              <a:rPr lang="en-US" noProof="0" dirty="0"/>
              <a:t>Click the style sheet to edit the navigation</a:t>
            </a:r>
          </a:p>
          <a:p>
            <a:pPr lvl="1"/>
            <a:r>
              <a:rPr lang="en-US" noProof="0" dirty="0"/>
              <a:t>active chapter</a:t>
            </a:r>
          </a:p>
          <a:p>
            <a:pPr lvl="2"/>
            <a:r>
              <a:rPr lang="en-US" noProof="0" dirty="0"/>
              <a:t>subchapter</a:t>
            </a:r>
          </a:p>
          <a:p>
            <a:pPr lvl="3"/>
            <a:r>
              <a:rPr lang="en-US" noProof="0" dirty="0"/>
              <a:t>active subchapter</a:t>
            </a:r>
          </a:p>
          <a:p>
            <a:pPr lvl="4"/>
            <a:r>
              <a:rPr lang="en-US" noProof="0" dirty="0"/>
              <a:t>subchapter</a:t>
            </a:r>
          </a:p>
          <a:p>
            <a:pPr lvl="5"/>
            <a:r>
              <a:rPr lang="en-US" noProof="0" dirty="0"/>
              <a:t>active subchapter</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lumns + Navigation" preserve="1" userDrawn="1">
  <p:cSld name="Two columns + Navigatio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3" name="Inhaltsplatzhalter 2"/>
          <p:cNvSpPr>
            <a:spLocks noGrp="1"/>
          </p:cNvSpPr>
          <p:nvPr>
            <p:ph idx="1" hasCustomPrompt="1"/>
          </p:nvPr>
        </p:nvSpPr>
        <p:spPr>
          <a:xfrm>
            <a:off x="539750" y="1412874"/>
            <a:ext cx="3309936" cy="475297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3994149" y="1412875"/>
            <a:ext cx="3314702" cy="4752975"/>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platzhalter 13"/>
          <p:cNvSpPr>
            <a:spLocks noGrp="1"/>
          </p:cNvSpPr>
          <p:nvPr>
            <p:ph type="body" sz="quarter" idx="14" hasCustomPrompt="1"/>
          </p:nvPr>
        </p:nvSpPr>
        <p:spPr>
          <a:xfrm>
            <a:off x="7452713" y="1412875"/>
            <a:ext cx="1296000" cy="4752975"/>
          </a:xfrm>
        </p:spPr>
        <p:txBody>
          <a:bodyPr/>
          <a:lstStyle>
            <a:lvl1pPr marL="144145" indent="-144145">
              <a:lnSpc>
                <a:spcPct val="100000"/>
              </a:lnSpc>
              <a:spcBef>
                <a:spcPts val="400"/>
              </a:spcBef>
              <a:spcAft>
                <a:spcPts val="400"/>
              </a:spcAft>
              <a:buSzPct val="70000"/>
              <a:buFont typeface="Arial" panose="020B0604020202020204" pitchFamily="34" charset="0"/>
              <a:buChar char="►"/>
              <a:defRPr sz="1200">
                <a:solidFill>
                  <a:schemeClr val="bg2"/>
                </a:solidFill>
                <a:latin typeface="宋体" panose="02010600030101010101" pitchFamily="2" charset="-122"/>
                <a:ea typeface="宋体" panose="02010600030101010101" pitchFamily="2" charset="-122"/>
              </a:defRPr>
            </a:lvl1pPr>
            <a:lvl2pPr marL="144145" indent="-144145">
              <a:lnSpc>
                <a:spcPct val="100000"/>
              </a:lnSpc>
              <a:spcBef>
                <a:spcPts val="400"/>
              </a:spcBef>
              <a:spcAft>
                <a:spcPts val="400"/>
              </a:spcAft>
              <a:buClrTx/>
              <a:buSzPct val="70000"/>
              <a:buFont typeface="Arial" panose="020B0604020202020204" pitchFamily="34" charset="0"/>
              <a:buChar char="►"/>
              <a:defRPr sz="1200">
                <a:solidFill>
                  <a:schemeClr val="accent4"/>
                </a:solidFill>
                <a:latin typeface="宋体" panose="02010600030101010101" pitchFamily="2" charset="-122"/>
                <a:ea typeface="宋体" panose="02010600030101010101" pitchFamily="2" charset="-122"/>
              </a:defRPr>
            </a:lvl2pPr>
            <a:lvl3pPr marL="28829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3pPr>
            <a:lvl4pPr marL="28829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4pPr>
            <a:lvl5pPr marL="43180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5pPr>
            <a:lvl6pPr marL="43180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6pPr>
          </a:lstStyle>
          <a:p>
            <a:pPr lvl="0"/>
            <a:r>
              <a:rPr lang="en-US" noProof="0" dirty="0"/>
              <a:t>Click the style sheet to edit the navigation</a:t>
            </a:r>
          </a:p>
          <a:p>
            <a:pPr lvl="1"/>
            <a:r>
              <a:rPr lang="en-US" noProof="0" dirty="0"/>
              <a:t>active chapter</a:t>
            </a:r>
          </a:p>
          <a:p>
            <a:pPr lvl="2"/>
            <a:r>
              <a:rPr lang="en-US" noProof="0" dirty="0"/>
              <a:t>subchapter</a:t>
            </a:r>
          </a:p>
          <a:p>
            <a:pPr lvl="3"/>
            <a:r>
              <a:rPr lang="en-US" noProof="0" dirty="0"/>
              <a:t>active subchapter</a:t>
            </a:r>
          </a:p>
          <a:p>
            <a:pPr lvl="4"/>
            <a:r>
              <a:rPr lang="en-US" noProof="0" dirty="0"/>
              <a:t>subchapter</a:t>
            </a:r>
          </a:p>
          <a:p>
            <a:pPr lvl="5"/>
            <a:r>
              <a:rPr lang="en-US" noProof="0" dirty="0"/>
              <a:t>active subchapter</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rows + Navigation" preserve="1" userDrawn="1">
  <p:cSld name="Two rows + Navigatio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3" name="Inhaltsplatzhalter 2"/>
          <p:cNvSpPr>
            <a:spLocks noGrp="1"/>
          </p:cNvSpPr>
          <p:nvPr>
            <p:ph idx="1" hasCustomPrompt="1"/>
          </p:nvPr>
        </p:nvSpPr>
        <p:spPr>
          <a:xfrm>
            <a:off x="539749" y="1412875"/>
            <a:ext cx="6769101" cy="2303464"/>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539751" y="3860800"/>
            <a:ext cx="6769100" cy="2305050"/>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extplatzhalter 13"/>
          <p:cNvSpPr>
            <a:spLocks noGrp="1"/>
          </p:cNvSpPr>
          <p:nvPr>
            <p:ph type="body" sz="quarter" idx="14" hasCustomPrompt="1"/>
          </p:nvPr>
        </p:nvSpPr>
        <p:spPr>
          <a:xfrm>
            <a:off x="7452713" y="1412875"/>
            <a:ext cx="1296000" cy="4752975"/>
          </a:xfrm>
        </p:spPr>
        <p:txBody>
          <a:bodyPr/>
          <a:lstStyle>
            <a:lvl1pPr marL="144145" indent="-144145">
              <a:lnSpc>
                <a:spcPct val="100000"/>
              </a:lnSpc>
              <a:spcBef>
                <a:spcPts val="400"/>
              </a:spcBef>
              <a:spcAft>
                <a:spcPts val="400"/>
              </a:spcAft>
              <a:buSzPct val="70000"/>
              <a:buFont typeface="Arial" panose="020B0604020202020204" pitchFamily="34" charset="0"/>
              <a:buChar char="►"/>
              <a:defRPr sz="1200">
                <a:solidFill>
                  <a:schemeClr val="bg2"/>
                </a:solidFill>
                <a:latin typeface="宋体" panose="02010600030101010101" pitchFamily="2" charset="-122"/>
                <a:ea typeface="宋体" panose="02010600030101010101" pitchFamily="2" charset="-122"/>
              </a:defRPr>
            </a:lvl1pPr>
            <a:lvl2pPr marL="144145" indent="-144145">
              <a:lnSpc>
                <a:spcPct val="100000"/>
              </a:lnSpc>
              <a:spcBef>
                <a:spcPts val="400"/>
              </a:spcBef>
              <a:spcAft>
                <a:spcPts val="400"/>
              </a:spcAft>
              <a:buClrTx/>
              <a:buSzPct val="70000"/>
              <a:buFont typeface="Arial" panose="020B0604020202020204" pitchFamily="34" charset="0"/>
              <a:buChar char="►"/>
              <a:defRPr sz="1200">
                <a:solidFill>
                  <a:schemeClr val="accent4"/>
                </a:solidFill>
                <a:latin typeface="宋体" panose="02010600030101010101" pitchFamily="2" charset="-122"/>
                <a:ea typeface="宋体" panose="02010600030101010101" pitchFamily="2" charset="-122"/>
              </a:defRPr>
            </a:lvl2pPr>
            <a:lvl3pPr marL="28829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3pPr>
            <a:lvl4pPr marL="28829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4pPr>
            <a:lvl5pPr marL="43180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5pPr>
            <a:lvl6pPr marL="43180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6pPr>
          </a:lstStyle>
          <a:p>
            <a:pPr lvl="0"/>
            <a:r>
              <a:rPr lang="en-US" noProof="0" dirty="0"/>
              <a:t>Click the style sheet to edit the navigation</a:t>
            </a:r>
          </a:p>
          <a:p>
            <a:pPr lvl="1"/>
            <a:r>
              <a:rPr lang="en-US" noProof="0" dirty="0"/>
              <a:t>active chapter</a:t>
            </a:r>
          </a:p>
          <a:p>
            <a:pPr lvl="2"/>
            <a:r>
              <a:rPr lang="en-US" noProof="0" dirty="0"/>
              <a:t>subchapter</a:t>
            </a:r>
          </a:p>
          <a:p>
            <a:pPr lvl="3"/>
            <a:r>
              <a:rPr lang="en-US" noProof="0" dirty="0"/>
              <a:t>active subchapter</a:t>
            </a:r>
          </a:p>
          <a:p>
            <a:pPr lvl="4"/>
            <a:r>
              <a:rPr lang="en-US" noProof="0" dirty="0"/>
              <a:t>subchapter</a:t>
            </a:r>
          </a:p>
          <a:p>
            <a:pPr lvl="5"/>
            <a:r>
              <a:rPr lang="en-US" noProof="0" dirty="0"/>
              <a:t>active subchapter</a:t>
            </a: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objects + Navigation" preserve="1" userDrawn="1">
  <p:cSld name="Four objects + Navigation">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atin typeface="宋体" panose="02010600030101010101" pitchFamily="2" charset="-122"/>
                <a:ea typeface="宋体" panose="02010600030101010101" pitchFamily="2" charset="-122"/>
              </a:defRPr>
            </a:lvl1pPr>
          </a:lstStyle>
          <a:p>
            <a:r>
              <a:rPr lang="en-US" noProof="0" dirty="0"/>
              <a:t>Click the style sheet to edit the title</a:t>
            </a:r>
          </a:p>
        </p:txBody>
      </p:sp>
      <p:sp>
        <p:nvSpPr>
          <p:cNvPr id="3" name="Inhaltsplatzhalter 2"/>
          <p:cNvSpPr>
            <a:spLocks noGrp="1"/>
          </p:cNvSpPr>
          <p:nvPr>
            <p:ph idx="1" hasCustomPrompt="1"/>
          </p:nvPr>
        </p:nvSpPr>
        <p:spPr>
          <a:xfrm>
            <a:off x="539750" y="1412875"/>
            <a:ext cx="3309936" cy="2303464"/>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Inhaltsplatzhalter 12"/>
          <p:cNvSpPr>
            <a:spLocks noGrp="1"/>
          </p:cNvSpPr>
          <p:nvPr>
            <p:ph sz="quarter" idx="13" hasCustomPrompt="1"/>
          </p:nvPr>
        </p:nvSpPr>
        <p:spPr>
          <a:xfrm>
            <a:off x="539751" y="3860800"/>
            <a:ext cx="3309934" cy="2305050"/>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Inhaltsplatzhalter 11"/>
          <p:cNvSpPr>
            <a:spLocks noGrp="1"/>
          </p:cNvSpPr>
          <p:nvPr>
            <p:ph sz="quarter" idx="14" hasCustomPrompt="1"/>
          </p:nvPr>
        </p:nvSpPr>
        <p:spPr>
          <a:xfrm>
            <a:off x="3994149" y="1412875"/>
            <a:ext cx="3314702" cy="2303463"/>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Inhaltsplatzhalter 14"/>
          <p:cNvSpPr>
            <a:spLocks noGrp="1"/>
          </p:cNvSpPr>
          <p:nvPr>
            <p:ph sz="quarter" idx="15" hasCustomPrompt="1"/>
          </p:nvPr>
        </p:nvSpPr>
        <p:spPr>
          <a:xfrm>
            <a:off x="3994149" y="3860800"/>
            <a:ext cx="3314702" cy="2305050"/>
          </a:xfrm>
        </p:spPr>
        <p:txBody>
          <a:bodyPr/>
          <a:lstStyle>
            <a:lvl1pPr>
              <a:defRPr>
                <a:latin typeface="宋体" panose="02010600030101010101" pitchFamily="2" charset="-122"/>
                <a:ea typeface="宋体" panose="02010600030101010101" pitchFamily="2" charset="-122"/>
              </a:defRPr>
            </a:lvl1pPr>
            <a:lvl2pPr>
              <a:defRPr>
                <a:latin typeface="宋体" panose="02010600030101010101" pitchFamily="2" charset="-122"/>
                <a:ea typeface="宋体" panose="02010600030101010101" pitchFamily="2" charset="-122"/>
              </a:defRPr>
            </a:lvl2pPr>
            <a:lvl3pPr>
              <a:defRPr>
                <a:latin typeface="宋体" panose="02010600030101010101" pitchFamily="2" charset="-122"/>
                <a:ea typeface="宋体" panose="02010600030101010101" pitchFamily="2" charset="-122"/>
              </a:defRPr>
            </a:lvl3pPr>
            <a:lvl4pPr>
              <a:defRPr>
                <a:latin typeface="宋体" panose="02010600030101010101" pitchFamily="2" charset="-122"/>
                <a:ea typeface="宋体" panose="02010600030101010101" pitchFamily="2" charset="-122"/>
              </a:defRPr>
            </a:lvl4pPr>
            <a:lvl5pPr>
              <a:defRPr>
                <a:latin typeface="宋体" panose="02010600030101010101" pitchFamily="2" charset="-122"/>
                <a:ea typeface="宋体" panose="02010600030101010101" pitchFamily="2" charset="-122"/>
              </a:defRPr>
            </a:lvl5pPr>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platzhalter 13"/>
          <p:cNvSpPr>
            <a:spLocks noGrp="1"/>
          </p:cNvSpPr>
          <p:nvPr>
            <p:ph type="body" sz="quarter" idx="16" hasCustomPrompt="1"/>
          </p:nvPr>
        </p:nvSpPr>
        <p:spPr>
          <a:xfrm>
            <a:off x="7452713" y="1412875"/>
            <a:ext cx="1296000" cy="4752975"/>
          </a:xfrm>
        </p:spPr>
        <p:txBody>
          <a:bodyPr/>
          <a:lstStyle>
            <a:lvl1pPr marL="144145" indent="-144145">
              <a:lnSpc>
                <a:spcPct val="100000"/>
              </a:lnSpc>
              <a:spcBef>
                <a:spcPts val="400"/>
              </a:spcBef>
              <a:spcAft>
                <a:spcPts val="400"/>
              </a:spcAft>
              <a:buSzPct val="70000"/>
              <a:buFont typeface="Arial" panose="020B0604020202020204" pitchFamily="34" charset="0"/>
              <a:buChar char="►"/>
              <a:defRPr sz="1200">
                <a:solidFill>
                  <a:schemeClr val="bg2"/>
                </a:solidFill>
                <a:latin typeface="宋体" panose="02010600030101010101" pitchFamily="2" charset="-122"/>
                <a:ea typeface="宋体" panose="02010600030101010101" pitchFamily="2" charset="-122"/>
              </a:defRPr>
            </a:lvl1pPr>
            <a:lvl2pPr marL="144145" indent="-144145">
              <a:lnSpc>
                <a:spcPct val="100000"/>
              </a:lnSpc>
              <a:spcBef>
                <a:spcPts val="400"/>
              </a:spcBef>
              <a:spcAft>
                <a:spcPts val="400"/>
              </a:spcAft>
              <a:buClrTx/>
              <a:buSzPct val="70000"/>
              <a:buFont typeface="Arial" panose="020B0604020202020204" pitchFamily="34" charset="0"/>
              <a:buChar char="►"/>
              <a:defRPr sz="1200">
                <a:solidFill>
                  <a:schemeClr val="accent4"/>
                </a:solidFill>
                <a:latin typeface="宋体" panose="02010600030101010101" pitchFamily="2" charset="-122"/>
                <a:ea typeface="宋体" panose="02010600030101010101" pitchFamily="2" charset="-122"/>
              </a:defRPr>
            </a:lvl2pPr>
            <a:lvl3pPr marL="28829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3pPr>
            <a:lvl4pPr marL="28829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4pPr>
            <a:lvl5pPr marL="431800" indent="-144145">
              <a:lnSpc>
                <a:spcPct val="100000"/>
              </a:lnSpc>
              <a:spcBef>
                <a:spcPts val="300"/>
              </a:spcBef>
              <a:spcAft>
                <a:spcPts val="300"/>
              </a:spcAft>
              <a:buSzPct val="70000"/>
              <a:buFont typeface="Arial" panose="020B0604020202020204" pitchFamily="34" charset="0"/>
              <a:buChar char="►"/>
              <a:defRPr sz="1000">
                <a:solidFill>
                  <a:schemeClr val="bg2"/>
                </a:solidFill>
                <a:latin typeface="宋体" panose="02010600030101010101" pitchFamily="2" charset="-122"/>
                <a:ea typeface="宋体" panose="02010600030101010101" pitchFamily="2" charset="-122"/>
              </a:defRPr>
            </a:lvl5pPr>
            <a:lvl6pPr marL="431800" indent="-144145">
              <a:lnSpc>
                <a:spcPct val="100000"/>
              </a:lnSpc>
              <a:spcBef>
                <a:spcPts val="300"/>
              </a:spcBef>
              <a:spcAft>
                <a:spcPts val="300"/>
              </a:spcAft>
              <a:buClrTx/>
              <a:buSzPct val="70000"/>
              <a:buFont typeface="Arial" panose="020B0604020202020204" pitchFamily="34" charset="0"/>
              <a:buChar char="►"/>
              <a:defRPr sz="1000">
                <a:solidFill>
                  <a:schemeClr val="accent4"/>
                </a:solidFill>
                <a:latin typeface="宋体" panose="02010600030101010101" pitchFamily="2" charset="-122"/>
                <a:ea typeface="宋体" panose="02010600030101010101" pitchFamily="2" charset="-122"/>
              </a:defRPr>
            </a:lvl6pPr>
          </a:lstStyle>
          <a:p>
            <a:pPr lvl="0"/>
            <a:r>
              <a:rPr lang="en-US" noProof="0" dirty="0"/>
              <a:t>Click the style sheet to edit the navigation</a:t>
            </a:r>
          </a:p>
          <a:p>
            <a:pPr lvl="1"/>
            <a:r>
              <a:rPr lang="en-US" noProof="0" dirty="0"/>
              <a:t>active chapter</a:t>
            </a:r>
          </a:p>
          <a:p>
            <a:pPr lvl="2"/>
            <a:r>
              <a:rPr lang="en-US" noProof="0" dirty="0"/>
              <a:t>subchapter</a:t>
            </a:r>
          </a:p>
          <a:p>
            <a:pPr lvl="3"/>
            <a:r>
              <a:rPr lang="en-US" noProof="0" dirty="0"/>
              <a:t>active subchapter</a:t>
            </a:r>
          </a:p>
          <a:p>
            <a:pPr lvl="4"/>
            <a:r>
              <a:rPr lang="en-US" noProof="0" dirty="0"/>
              <a:t>subchapter</a:t>
            </a:r>
          </a:p>
          <a:p>
            <a:pPr lvl="5"/>
            <a:r>
              <a:rPr lang="en-US" noProof="0" dirty="0"/>
              <a:t>active subchapter</a:t>
            </a:r>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13" name="Textfeld 12"/>
          <p:cNvSpPr txBox="1"/>
          <p:nvPr/>
        </p:nvSpPr>
        <p:spPr>
          <a:xfrm>
            <a:off x="0" y="6598800"/>
            <a:ext cx="2549518" cy="259200"/>
          </a:xfrm>
          <a:prstGeom prst="rect">
            <a:avLst/>
          </a:prstGeom>
          <a:noFill/>
        </p:spPr>
        <p:txBody>
          <a:bodyPr wrap="square" lIns="1476000" tIns="0" rIns="0" bIns="115200" rtlCol="0">
            <a:noAutofit/>
          </a:bodyPr>
          <a:lstStyle/>
          <a:p>
            <a:pPr>
              <a:lnSpc>
                <a:spcPct val="110000"/>
              </a:lnSpc>
              <a:spcBef>
                <a:spcPts val="0"/>
              </a:spcBef>
            </a:pPr>
            <a:fld id="{B8D5DB2C-E837-447D-A396-8AEA3880C8A2}" type="datetime1">
              <a:rPr lang="zh-CN" altLang="en-US" sz="1000" noProof="0" smtClean="0">
                <a:solidFill>
                  <a:schemeClr val="tx1"/>
                </a:solidFill>
                <a:latin typeface="宋体" panose="02010600030101010101" pitchFamily="2" charset="-122"/>
                <a:ea typeface="宋体" panose="02010600030101010101" pitchFamily="2" charset="-122"/>
              </a:rPr>
              <a:t>2018/5/10</a:t>
            </a:fld>
            <a:endParaRPr lang="en-US" sz="1000" noProof="0" dirty="0">
              <a:solidFill>
                <a:schemeClr val="tx1"/>
              </a:solidFill>
              <a:latin typeface="宋体" panose="02010600030101010101" pitchFamily="2" charset="-122"/>
              <a:ea typeface="宋体" panose="02010600030101010101" pitchFamily="2" charset="-122"/>
            </a:endParaRPr>
          </a:p>
        </p:txBody>
      </p:sp>
      <p:sp>
        <p:nvSpPr>
          <p:cNvPr id="9" name="Text Box 133"/>
          <p:cNvSpPr txBox="1">
            <a:spLocks noChangeArrowheads="1"/>
          </p:cNvSpPr>
          <p:nvPr/>
        </p:nvSpPr>
        <p:spPr bwMode="auto">
          <a:xfrm>
            <a:off x="0" y="6165851"/>
            <a:ext cx="9144000" cy="431800"/>
          </a:xfrm>
          <a:prstGeom prst="rect">
            <a:avLst/>
          </a:prstGeom>
          <a:noFill/>
          <a:ln w="9525">
            <a:noFill/>
            <a:miter lim="800000"/>
          </a:ln>
          <a:effectLst/>
        </p:spPr>
        <p:txBody>
          <a:bodyPr lIns="540000" tIns="144000" rIns="2124000" bIns="0" anchor="ctr"/>
          <a:lstStyle/>
          <a:p>
            <a:endParaRPr lang="en-US" sz="1000" b="1" noProof="0" dirty="0">
              <a:latin typeface="宋体" panose="02010600030101010101" pitchFamily="2" charset="-122"/>
              <a:ea typeface="宋体" panose="02010600030101010101" pitchFamily="2" charset="-122"/>
            </a:endParaRPr>
          </a:p>
        </p:txBody>
      </p:sp>
      <p:sp>
        <p:nvSpPr>
          <p:cNvPr id="7" name="Rectangle 12"/>
          <p:cNvSpPr>
            <a:spLocks noChangeArrowheads="1"/>
          </p:cNvSpPr>
          <p:nvPr/>
        </p:nvSpPr>
        <p:spPr bwMode="gray">
          <a:xfrm>
            <a:off x="0" y="0"/>
            <a:ext cx="9144000" cy="1268413"/>
          </a:xfrm>
          <a:prstGeom prst="rect">
            <a:avLst/>
          </a:prstGeom>
          <a:solidFill>
            <a:srgbClr val="ADBECB"/>
          </a:solidFill>
          <a:ln w="9525">
            <a:noFill/>
            <a:miter lim="800000"/>
          </a:ln>
          <a:effectLst/>
        </p:spPr>
        <p:txBody>
          <a:bodyPr wrap="none" anchor="ctr"/>
          <a:lstStyle/>
          <a:p>
            <a:endParaRPr lang="en-US" noProof="0">
              <a:latin typeface="宋体" panose="02010600030101010101" pitchFamily="2" charset="-122"/>
              <a:ea typeface="宋体" panose="02010600030101010101" pitchFamily="2" charset="-122"/>
            </a:endParaRPr>
          </a:p>
        </p:txBody>
      </p:sp>
      <p:sp>
        <p:nvSpPr>
          <p:cNvPr id="3078" name="Rectangle 115"/>
          <p:cNvSpPr>
            <a:spLocks noGrp="1" noChangeArrowheads="1"/>
          </p:cNvSpPr>
          <p:nvPr>
            <p:ph type="title"/>
          </p:nvPr>
        </p:nvSpPr>
        <p:spPr bwMode="auto">
          <a:xfrm>
            <a:off x="0" y="0"/>
            <a:ext cx="9144000" cy="1262055"/>
          </a:xfrm>
          <a:prstGeom prst="rect">
            <a:avLst/>
          </a:prstGeom>
          <a:noFill/>
          <a:ln w="9525">
            <a:noFill/>
            <a:miter lim="800000"/>
          </a:ln>
        </p:spPr>
        <p:txBody>
          <a:bodyPr vert="horz" wrap="square" lIns="540000" tIns="396000" rIns="2124000" bIns="234000" numCol="1" anchor="b" anchorCtr="0" compatLnSpc="1"/>
          <a:lstStyle/>
          <a:p>
            <a:pPr lvl="0"/>
            <a:r>
              <a:rPr lang="en-US" noProof="0" dirty="0"/>
              <a:t>Click the style sheet to edit the title</a:t>
            </a:r>
          </a:p>
        </p:txBody>
      </p:sp>
      <p:sp>
        <p:nvSpPr>
          <p:cNvPr id="3079" name="Rectangle 116"/>
          <p:cNvSpPr>
            <a:spLocks noGrp="1" noChangeArrowheads="1"/>
          </p:cNvSpPr>
          <p:nvPr>
            <p:ph type="body" idx="1"/>
          </p:nvPr>
        </p:nvSpPr>
        <p:spPr bwMode="auto">
          <a:xfrm>
            <a:off x="539749" y="1412874"/>
            <a:ext cx="8208963" cy="4752975"/>
          </a:xfrm>
          <a:prstGeom prst="rect">
            <a:avLst/>
          </a:prstGeom>
          <a:noFill/>
          <a:ln w="9525">
            <a:noFill/>
            <a:miter lim="800000"/>
          </a:ln>
        </p:spPr>
        <p:txBody>
          <a:bodyPr vert="horz" wrap="square" lIns="0" tIns="0" rIns="0" bIns="0" numCol="1" anchor="t" anchorCtr="0" compatLnSpc="1"/>
          <a:lstStyle/>
          <a:p>
            <a:pPr lvl="0"/>
            <a:r>
              <a:rPr lang="en-US" noProof="0" dirty="0"/>
              <a:t>Click the style sheet to edit the copy</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extfeld 11"/>
          <p:cNvSpPr txBox="1"/>
          <p:nvPr/>
        </p:nvSpPr>
        <p:spPr>
          <a:xfrm>
            <a:off x="0" y="6598800"/>
            <a:ext cx="1249351" cy="259200"/>
          </a:xfrm>
          <a:prstGeom prst="rect">
            <a:avLst/>
          </a:prstGeom>
          <a:noFill/>
        </p:spPr>
        <p:txBody>
          <a:bodyPr wrap="square" lIns="540000" tIns="0" rIns="0" bIns="115200" rtlCol="0" anchor="t" anchorCtr="0">
            <a:noAutofit/>
          </a:bodyPr>
          <a:lstStyle/>
          <a:p>
            <a:pPr>
              <a:lnSpc>
                <a:spcPct val="110000"/>
              </a:lnSpc>
              <a:spcBef>
                <a:spcPts val="0"/>
              </a:spcBef>
            </a:pPr>
            <a:r>
              <a:rPr lang="zh-CN" altLang="en-US" sz="1000" noProof="0" dirty="0">
                <a:solidFill>
                  <a:schemeClr val="tx1"/>
                </a:solidFill>
                <a:latin typeface="宋体" panose="02010600030101010101" pitchFamily="2" charset="-122"/>
                <a:ea typeface="宋体" panose="02010600030101010101" pitchFamily="2" charset="-122"/>
              </a:rPr>
              <a:t>第</a:t>
            </a:r>
            <a:fld id="{045A28D6-0779-43F5-80FF-3E02670FB2CC}" type="slidenum">
              <a:rPr lang="zh-CN" altLang="en-US" sz="1000" noProof="0" dirty="0" smtClean="0">
                <a:solidFill>
                  <a:schemeClr val="tx1"/>
                </a:solidFill>
                <a:latin typeface="宋体" panose="02010600030101010101" pitchFamily="2" charset="-122"/>
                <a:ea typeface="宋体" panose="02010600030101010101" pitchFamily="2" charset="-122"/>
              </a:rPr>
              <a:t>‹#›</a:t>
            </a:fld>
            <a:r>
              <a:rPr lang="zh-CN" altLang="en-US" sz="1000" noProof="0" dirty="0">
                <a:solidFill>
                  <a:schemeClr val="tx1"/>
                </a:solidFill>
                <a:latin typeface="宋体" panose="02010600030101010101" pitchFamily="2" charset="-122"/>
                <a:ea typeface="宋体" panose="02010600030101010101" pitchFamily="2" charset="-122"/>
              </a:rPr>
              <a:t>页</a:t>
            </a:r>
            <a:endParaRPr lang="en-US" sz="1000" noProof="0" dirty="0">
              <a:solidFill>
                <a:schemeClr val="tx1"/>
              </a:solidFill>
              <a:latin typeface="宋体" panose="02010600030101010101" pitchFamily="2" charset="-122"/>
              <a:ea typeface="宋体" panose="02010600030101010101" pitchFamily="2" charset="-122"/>
            </a:endParaRPr>
          </a:p>
        </p:txBody>
      </p:sp>
      <p:sp>
        <p:nvSpPr>
          <p:cNvPr id="14" name="Textfeld 13"/>
          <p:cNvSpPr txBox="1"/>
          <p:nvPr/>
        </p:nvSpPr>
        <p:spPr>
          <a:xfrm>
            <a:off x="2693980" y="6598800"/>
            <a:ext cx="6450019" cy="259200"/>
          </a:xfrm>
          <a:prstGeom prst="rect">
            <a:avLst/>
          </a:prstGeom>
          <a:noFill/>
        </p:spPr>
        <p:txBody>
          <a:bodyPr wrap="square" lIns="0" tIns="0" rIns="370800" bIns="115200" rtlCol="0">
            <a:noAutofit/>
          </a:bodyPr>
          <a:lstStyle/>
          <a:p>
            <a:pPr algn="r">
              <a:lnSpc>
                <a:spcPct val="110000"/>
              </a:lnSpc>
              <a:spcBef>
                <a:spcPts val="0"/>
              </a:spcBef>
            </a:pPr>
            <a:r>
              <a:rPr lang="zh-CN" altLang="en-US" sz="1000" noProof="0" dirty="0">
                <a:solidFill>
                  <a:schemeClr val="tx1"/>
                </a:solidFill>
                <a:latin typeface="宋体" panose="02010600030101010101" pitchFamily="2" charset="-122"/>
                <a:ea typeface="宋体" panose="02010600030101010101" pitchFamily="2" charset="-122"/>
              </a:rPr>
              <a:t>能科瑞元</a:t>
            </a:r>
            <a:endParaRPr lang="en-US" sz="1000" noProof="0" dirty="0">
              <a:solidFill>
                <a:schemeClr val="tx1"/>
              </a:solidFill>
              <a:latin typeface="宋体" panose="02010600030101010101" pitchFamily="2" charset="-122"/>
              <a:ea typeface="宋体" panose="02010600030101010101" pitchFamily="2" charset="-122"/>
            </a:endParaRPr>
          </a:p>
        </p:txBody>
      </p:sp>
      <p:pic>
        <p:nvPicPr>
          <p:cNvPr id="11" name="Picture 2"/>
          <p:cNvPicPr>
            <a:picLocks noChangeAspect="1" noChangeArrowheads="1"/>
          </p:cNvPicPr>
          <p:nvPr/>
        </p:nvPicPr>
        <p:blipFill>
          <a:blip r:embed="rId18" cstate="print"/>
          <a:srcRect/>
          <a:stretch>
            <a:fillRect/>
          </a:stretch>
        </p:blipFill>
        <p:spPr bwMode="auto">
          <a:xfrm>
            <a:off x="6617028" y="142852"/>
            <a:ext cx="2203444" cy="771434"/>
          </a:xfrm>
          <a:prstGeom prst="rect">
            <a:avLst/>
          </a:prstGeom>
          <a:noFill/>
          <a:ln w="9525">
            <a:noFill/>
            <a:miter lim="800000"/>
            <a:headEnd/>
            <a:tailEnd/>
          </a:ln>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iming>
    <p:tnLst>
      <p:par>
        <p:cTn id="1" dur="indefinite" restart="never" nodeType="tmRoot"/>
      </p:par>
    </p:tnLst>
  </p:timing>
  <p:hf sldNum="0" hdr="0" ftr="0" dt="0"/>
  <p:txStyles>
    <p:titleStyle>
      <a:lvl1pPr algn="l" rtl="0" eaLnBrk="1" fontAlgn="base" hangingPunct="1">
        <a:spcBef>
          <a:spcPct val="0"/>
        </a:spcBef>
        <a:spcAft>
          <a:spcPct val="0"/>
        </a:spcAft>
        <a:defRPr sz="2000" b="1">
          <a:solidFill>
            <a:schemeClr val="tx2"/>
          </a:solidFill>
          <a:latin typeface="宋体" panose="02010600030101010101" pitchFamily="2" charset="-122"/>
          <a:ea typeface="宋体" panose="02010600030101010101" pitchFamily="2" charset="-122"/>
          <a:cs typeface="Arial" panose="020B0604020202020204" pitchFamily="34" charset="0"/>
        </a:defRPr>
      </a:lvl1pPr>
      <a:lvl2pPr algn="l" rtl="0" eaLnBrk="1" fontAlgn="base" hangingPunct="1">
        <a:spcBef>
          <a:spcPct val="0"/>
        </a:spcBef>
        <a:spcAft>
          <a:spcPct val="0"/>
        </a:spcAft>
        <a:defRPr sz="2000" b="1">
          <a:solidFill>
            <a:schemeClr val="tx1"/>
          </a:solidFill>
          <a:latin typeface="Arial" panose="020B0604020202020204" pitchFamily="34" charset="0"/>
          <a:ea typeface="MS PGothic" panose="020B0600070205080204" charset="-128"/>
        </a:defRPr>
      </a:lvl2pPr>
      <a:lvl3pPr algn="l" rtl="0" eaLnBrk="1" fontAlgn="base" hangingPunct="1">
        <a:spcBef>
          <a:spcPct val="0"/>
        </a:spcBef>
        <a:spcAft>
          <a:spcPct val="0"/>
        </a:spcAft>
        <a:defRPr sz="2000" b="1">
          <a:solidFill>
            <a:schemeClr val="tx1"/>
          </a:solidFill>
          <a:latin typeface="Arial" panose="020B0604020202020204" pitchFamily="34" charset="0"/>
          <a:ea typeface="MS PGothic" panose="020B0600070205080204" charset="-128"/>
        </a:defRPr>
      </a:lvl3pPr>
      <a:lvl4pPr algn="l" rtl="0" eaLnBrk="1" fontAlgn="base" hangingPunct="1">
        <a:spcBef>
          <a:spcPct val="0"/>
        </a:spcBef>
        <a:spcAft>
          <a:spcPct val="0"/>
        </a:spcAft>
        <a:defRPr sz="2000" b="1">
          <a:solidFill>
            <a:schemeClr val="tx1"/>
          </a:solidFill>
          <a:latin typeface="Arial" panose="020B0604020202020204" pitchFamily="34" charset="0"/>
          <a:ea typeface="MS PGothic" panose="020B0600070205080204" charset="-128"/>
        </a:defRPr>
      </a:lvl4pPr>
      <a:lvl5pPr algn="l" rtl="0" eaLnBrk="1" fontAlgn="base" hangingPunct="1">
        <a:spcBef>
          <a:spcPct val="0"/>
        </a:spcBef>
        <a:spcAft>
          <a:spcPct val="0"/>
        </a:spcAft>
        <a:defRPr sz="2000" b="1">
          <a:solidFill>
            <a:schemeClr val="tx1"/>
          </a:solidFill>
          <a:latin typeface="Arial" panose="020B0604020202020204" pitchFamily="34" charset="0"/>
          <a:ea typeface="MS PGothic" panose="020B0600070205080204" charset="-128"/>
        </a:defRPr>
      </a:lvl5pPr>
      <a:lvl6pPr marL="457200" algn="l" rtl="0" eaLnBrk="1" fontAlgn="base" hangingPunct="1">
        <a:spcBef>
          <a:spcPct val="0"/>
        </a:spcBef>
        <a:spcAft>
          <a:spcPct val="0"/>
        </a:spcAft>
        <a:defRPr sz="2000" b="1">
          <a:solidFill>
            <a:schemeClr val="tx1"/>
          </a:solidFill>
          <a:latin typeface="Arial" panose="020B0604020202020204" pitchFamily="34" charset="0"/>
          <a:ea typeface="ヒラギノ角ゴ Pro W3" charset="0"/>
        </a:defRPr>
      </a:lvl6pPr>
      <a:lvl7pPr marL="914400" algn="l" rtl="0" eaLnBrk="1" fontAlgn="base" hangingPunct="1">
        <a:spcBef>
          <a:spcPct val="0"/>
        </a:spcBef>
        <a:spcAft>
          <a:spcPct val="0"/>
        </a:spcAft>
        <a:defRPr sz="2000" b="1">
          <a:solidFill>
            <a:schemeClr val="tx1"/>
          </a:solidFill>
          <a:latin typeface="Arial" panose="020B0604020202020204" pitchFamily="34" charset="0"/>
          <a:ea typeface="ヒラギノ角ゴ Pro W3" charset="0"/>
        </a:defRPr>
      </a:lvl7pPr>
      <a:lvl8pPr marL="1371600" algn="l" rtl="0" eaLnBrk="1" fontAlgn="base" hangingPunct="1">
        <a:spcBef>
          <a:spcPct val="0"/>
        </a:spcBef>
        <a:spcAft>
          <a:spcPct val="0"/>
        </a:spcAft>
        <a:defRPr sz="2000" b="1">
          <a:solidFill>
            <a:schemeClr val="tx1"/>
          </a:solidFill>
          <a:latin typeface="Arial" panose="020B0604020202020204" pitchFamily="34" charset="0"/>
          <a:ea typeface="ヒラギノ角ゴ Pro W3" charset="0"/>
        </a:defRPr>
      </a:lvl8pPr>
      <a:lvl9pPr marL="1828800" algn="l" rtl="0" eaLnBrk="1" fontAlgn="base" hangingPunct="1">
        <a:spcBef>
          <a:spcPct val="0"/>
        </a:spcBef>
        <a:spcAft>
          <a:spcPct val="0"/>
        </a:spcAft>
        <a:defRPr sz="2000" b="1">
          <a:solidFill>
            <a:schemeClr val="tx1"/>
          </a:solidFill>
          <a:latin typeface="Arial" panose="020B0604020202020204" pitchFamily="34" charset="0"/>
          <a:ea typeface="ヒラギノ角ゴ Pro W3" charset="0"/>
        </a:defRPr>
      </a:lvl9pPr>
    </p:titleStyle>
    <p:bodyStyle>
      <a:lvl1pPr algn="l" rtl="0" eaLnBrk="1" fontAlgn="base" hangingPunct="1">
        <a:lnSpc>
          <a:spcPct val="110000"/>
        </a:lnSpc>
        <a:spcBef>
          <a:spcPct val="0"/>
        </a:spcBef>
        <a:spcAft>
          <a:spcPct val="0"/>
        </a:spcAft>
        <a:buFont typeface="Wingdings" panose="05000000000000000000" pitchFamily="2" charset="2"/>
        <a:defRPr>
          <a:solidFill>
            <a:schemeClr val="tx1"/>
          </a:solidFill>
          <a:latin typeface="宋体" panose="02010600030101010101" pitchFamily="2" charset="-122"/>
          <a:ea typeface="宋体" panose="02010600030101010101" pitchFamily="2" charset="-122"/>
          <a:cs typeface="Arial" panose="020B0604020202020204" pitchFamily="34" charset="0"/>
        </a:defRPr>
      </a:lvl1pPr>
      <a:lvl2pPr marL="179705" indent="-177800" algn="l" rtl="0" eaLnBrk="1" fontAlgn="base" hangingPunct="1">
        <a:lnSpc>
          <a:spcPct val="110000"/>
        </a:lnSpc>
        <a:spcBef>
          <a:spcPct val="0"/>
        </a:spcBef>
        <a:spcAft>
          <a:spcPct val="0"/>
        </a:spcAft>
        <a:buClr>
          <a:srgbClr val="879BAA"/>
        </a:buClr>
        <a:buChar char="•"/>
        <a:defRPr>
          <a:solidFill>
            <a:schemeClr val="tx1"/>
          </a:solidFill>
          <a:latin typeface="宋体" panose="02010600030101010101" pitchFamily="2" charset="-122"/>
          <a:ea typeface="宋体" panose="02010600030101010101" pitchFamily="2" charset="-122"/>
          <a:cs typeface="Arial" panose="020B0604020202020204" pitchFamily="34" charset="0"/>
        </a:defRPr>
      </a:lvl2pPr>
      <a:lvl3pPr marL="358775" indent="-177800" algn="l" rtl="0" eaLnBrk="1" fontAlgn="base" hangingPunct="1">
        <a:lnSpc>
          <a:spcPct val="110000"/>
        </a:lnSpc>
        <a:spcBef>
          <a:spcPct val="0"/>
        </a:spcBef>
        <a:spcAft>
          <a:spcPct val="0"/>
        </a:spcAft>
        <a:buClr>
          <a:srgbClr val="879BAA"/>
        </a:buClr>
        <a:buChar char="•"/>
        <a:defRPr>
          <a:solidFill>
            <a:schemeClr val="tx1"/>
          </a:solidFill>
          <a:latin typeface="宋体" panose="02010600030101010101" pitchFamily="2" charset="-122"/>
          <a:ea typeface="宋体" panose="02010600030101010101" pitchFamily="2" charset="-122"/>
          <a:cs typeface="Arial" panose="020B0604020202020204" pitchFamily="34" charset="0"/>
        </a:defRPr>
      </a:lvl3pPr>
      <a:lvl4pPr marL="538480" indent="-177800" algn="l" rtl="0" eaLnBrk="1" fontAlgn="base" hangingPunct="1">
        <a:lnSpc>
          <a:spcPct val="110000"/>
        </a:lnSpc>
        <a:spcBef>
          <a:spcPct val="0"/>
        </a:spcBef>
        <a:spcAft>
          <a:spcPct val="0"/>
        </a:spcAft>
        <a:buClr>
          <a:srgbClr val="879BAA"/>
        </a:buClr>
        <a:buChar char="•"/>
        <a:defRPr>
          <a:solidFill>
            <a:schemeClr val="tx1"/>
          </a:solidFill>
          <a:latin typeface="宋体" panose="02010600030101010101" pitchFamily="2" charset="-122"/>
          <a:ea typeface="宋体" panose="02010600030101010101" pitchFamily="2" charset="-122"/>
          <a:cs typeface="Arial" panose="020B0604020202020204" pitchFamily="34" charset="0"/>
        </a:defRPr>
      </a:lvl4pPr>
      <a:lvl5pPr marL="717550" indent="-177800" algn="l" rtl="0" eaLnBrk="1" fontAlgn="base" hangingPunct="1">
        <a:lnSpc>
          <a:spcPct val="110000"/>
        </a:lnSpc>
        <a:spcBef>
          <a:spcPct val="0"/>
        </a:spcBef>
        <a:spcAft>
          <a:spcPct val="0"/>
        </a:spcAft>
        <a:buClr>
          <a:srgbClr val="879BAA"/>
        </a:buClr>
        <a:buChar char="•"/>
        <a:defRPr>
          <a:solidFill>
            <a:schemeClr val="tx1"/>
          </a:solidFill>
          <a:latin typeface="宋体" panose="02010600030101010101" pitchFamily="2" charset="-122"/>
          <a:ea typeface="宋体" panose="02010600030101010101" pitchFamily="2" charset="-122"/>
          <a:cs typeface="Arial" panose="020B0604020202020204" pitchFamily="34" charset="0"/>
        </a:defRPr>
      </a:lvl5pPr>
      <a:lvl6pPr marL="1221105" indent="-189230" algn="l" rtl="0" eaLnBrk="1" fontAlgn="base" hangingPunct="1">
        <a:lnSpc>
          <a:spcPct val="110000"/>
        </a:lnSpc>
        <a:spcBef>
          <a:spcPct val="0"/>
        </a:spcBef>
        <a:spcAft>
          <a:spcPct val="0"/>
        </a:spcAft>
        <a:buClr>
          <a:schemeClr val="accent1"/>
        </a:buClr>
        <a:buFont typeface="Wingdings" panose="05000000000000000000" charset="0"/>
        <a:buChar char="§"/>
        <a:defRPr>
          <a:solidFill>
            <a:schemeClr val="tx1"/>
          </a:solidFill>
          <a:latin typeface="+mn-lt"/>
          <a:ea typeface="+mn-ea"/>
        </a:defRPr>
      </a:lvl6pPr>
      <a:lvl7pPr marL="1678305" indent="-189230" algn="l" rtl="0" eaLnBrk="1" fontAlgn="base" hangingPunct="1">
        <a:lnSpc>
          <a:spcPct val="110000"/>
        </a:lnSpc>
        <a:spcBef>
          <a:spcPct val="0"/>
        </a:spcBef>
        <a:spcAft>
          <a:spcPct val="0"/>
        </a:spcAft>
        <a:buClr>
          <a:schemeClr val="accent1"/>
        </a:buClr>
        <a:buFont typeface="Wingdings" panose="05000000000000000000" charset="0"/>
        <a:buChar char="§"/>
        <a:defRPr>
          <a:solidFill>
            <a:schemeClr val="tx1"/>
          </a:solidFill>
          <a:latin typeface="+mn-lt"/>
          <a:ea typeface="+mn-ea"/>
        </a:defRPr>
      </a:lvl7pPr>
      <a:lvl8pPr marL="2135505" indent="-189230" algn="l" rtl="0" eaLnBrk="1" fontAlgn="base" hangingPunct="1">
        <a:lnSpc>
          <a:spcPct val="110000"/>
        </a:lnSpc>
        <a:spcBef>
          <a:spcPct val="0"/>
        </a:spcBef>
        <a:spcAft>
          <a:spcPct val="0"/>
        </a:spcAft>
        <a:buClr>
          <a:schemeClr val="accent1"/>
        </a:buClr>
        <a:buFont typeface="Wingdings" panose="05000000000000000000" charset="0"/>
        <a:buChar char="§"/>
        <a:defRPr>
          <a:solidFill>
            <a:schemeClr val="tx1"/>
          </a:solidFill>
          <a:latin typeface="+mn-lt"/>
          <a:ea typeface="+mn-ea"/>
        </a:defRPr>
      </a:lvl8pPr>
      <a:lvl9pPr marL="2592705" indent="-189230" algn="l" rtl="0" eaLnBrk="1" fontAlgn="base" hangingPunct="1">
        <a:lnSpc>
          <a:spcPct val="110000"/>
        </a:lnSpc>
        <a:spcBef>
          <a:spcPct val="0"/>
        </a:spcBef>
        <a:spcAft>
          <a:spcPct val="0"/>
        </a:spcAft>
        <a:buClr>
          <a:schemeClr val="accent1"/>
        </a:buClr>
        <a:buFont typeface="Wingdings" panose="05000000000000000000"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6.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4221088"/>
            <a:ext cx="9144000" cy="685348"/>
          </a:xfrm>
        </p:spPr>
        <p:txBody>
          <a:bodyPr/>
          <a:lstStyle/>
          <a:p>
            <a:r>
              <a:rPr kumimoji="1" lang="zh-CN" altLang="en-US" sz="2800" dirty="0" smtClean="0"/>
              <a:t>数据自动指派</a:t>
            </a:r>
            <a:r>
              <a:rPr kumimoji="1" lang="zh-CN" altLang="en-US" sz="2800" dirty="0"/>
              <a:t>到</a:t>
            </a:r>
            <a:r>
              <a:rPr kumimoji="1" lang="zh-CN" altLang="en-US" sz="2800" dirty="0" smtClean="0"/>
              <a:t>智能文件夹</a:t>
            </a:r>
            <a:endParaRPr kumimoji="1" lang="en-US" altLang="zh-CN" sz="2800" dirty="0"/>
          </a:p>
        </p:txBody>
      </p:sp>
      <p:sp>
        <p:nvSpPr>
          <p:cNvPr id="3" name="矩形 2"/>
          <p:cNvSpPr/>
          <p:nvPr/>
        </p:nvSpPr>
        <p:spPr>
          <a:xfrm>
            <a:off x="7020272" y="5294812"/>
            <a:ext cx="1834156" cy="307777"/>
          </a:xfrm>
          <a:prstGeom prst="rect">
            <a:avLst/>
          </a:prstGeom>
        </p:spPr>
        <p:txBody>
          <a:bodyPr wrap="none">
            <a:spAutoFit/>
          </a:bodyPr>
          <a:lstStyle/>
          <a:p>
            <a:r>
              <a:rPr lang="zh-CN" altLang="en-US" sz="1400" dirty="0" smtClean="0">
                <a:solidFill>
                  <a:srgbClr val="000000"/>
                </a:solidFill>
                <a:latin typeface="微软雅黑" panose="020B0503020204020204" pitchFamily="34" charset="-122"/>
                <a:ea typeface="微软雅黑" panose="020B0503020204020204" pitchFamily="34" charset="-122"/>
              </a:rPr>
              <a:t>邓双剑</a:t>
            </a:r>
            <a:r>
              <a:rPr lang="en-US" altLang="zh-CN" sz="1400" dirty="0">
                <a:solidFill>
                  <a:srgbClr val="000000"/>
                </a:solidFill>
                <a:latin typeface="微软雅黑" panose="020B0503020204020204" pitchFamily="34" charset="-122"/>
                <a:ea typeface="微软雅黑" panose="020B0503020204020204" pitchFamily="34" charset="-122"/>
              </a:rPr>
              <a:t> </a:t>
            </a:r>
            <a:r>
              <a:rPr lang="en-US" altLang="zh-CN" sz="1400" dirty="0" smtClean="0">
                <a:solidFill>
                  <a:srgbClr val="000000"/>
                </a:solidFill>
                <a:latin typeface="微软雅黑" panose="020B0503020204020204" pitchFamily="34" charset="-122"/>
                <a:ea typeface="微软雅黑" panose="020B0503020204020204" pitchFamily="34" charset="-122"/>
              </a:rPr>
              <a:t>    </a:t>
            </a:r>
            <a:r>
              <a:rPr lang="en-US" altLang="zh-CN" sz="1400" dirty="0" smtClean="0">
                <a:solidFill>
                  <a:srgbClr val="000000"/>
                </a:solidFill>
                <a:latin typeface="微软雅黑" panose="020B0503020204020204" pitchFamily="34" charset="-122"/>
                <a:ea typeface="微软雅黑" panose="020B0503020204020204" pitchFamily="34" charset="-122"/>
              </a:rPr>
              <a:t>20180510</a:t>
            </a:r>
            <a:endParaRPr lang="zh-CN" altLang="en-US" sz="14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2" name="矩形 1"/>
          <p:cNvSpPr/>
          <p:nvPr/>
        </p:nvSpPr>
        <p:spPr>
          <a:xfrm>
            <a:off x="501484" y="1772816"/>
            <a:ext cx="8496944" cy="4324261"/>
          </a:xfrm>
          <a:prstGeom prst="rect">
            <a:avLst/>
          </a:prstGeom>
        </p:spPr>
        <p:txBody>
          <a:bodyPr wrap="square">
            <a:spAutoFit/>
          </a:bodyPr>
          <a:lstStyle/>
          <a:p>
            <a:r>
              <a:rPr lang="zh-CN" altLang="en-US" sz="3200" b="1" dirty="0" smtClean="0">
                <a:solidFill>
                  <a:srgbClr val="000000"/>
                </a:solidFill>
                <a:latin typeface="微软雅黑" panose="020B0503020204020204" pitchFamily="34" charset="-122"/>
                <a:ea typeface="微软雅黑" panose="020B0503020204020204" pitchFamily="34" charset="-122"/>
              </a:rPr>
              <a:t>简介</a:t>
            </a:r>
            <a:endParaRPr lang="en-US" altLang="zh-CN" sz="3200" b="1" dirty="0" smtClean="0">
              <a:solidFill>
                <a:srgbClr val="000000"/>
              </a:solidFill>
              <a:latin typeface="微软雅黑" panose="020B0503020204020204" pitchFamily="34" charset="-122"/>
              <a:ea typeface="微软雅黑" panose="020B0503020204020204" pitchFamily="34" charset="-122"/>
            </a:endParaRPr>
          </a:p>
          <a:p>
            <a:pPr>
              <a:lnSpc>
                <a:spcPct val="300000"/>
              </a:lnSpc>
            </a:pPr>
            <a:r>
              <a:rPr lang="zh-CN" altLang="en-US" sz="1600" dirty="0" smtClean="0">
                <a:solidFill>
                  <a:srgbClr val="000000"/>
                </a:solidFill>
                <a:latin typeface="微软雅黑" panose="020B0503020204020204" pitchFamily="34" charset="-122"/>
                <a:ea typeface="微软雅黑" panose="020B0503020204020204" pitchFamily="34" charset="-122"/>
              </a:rPr>
              <a:t>功能：系统管理员能够通过系统配置实现哪些类型的数据对象在项目组成员创建数据后自动指派到项目中；</a:t>
            </a:r>
            <a:endParaRPr lang="en-US" altLang="zh-CN" sz="1600" dirty="0" smtClean="0">
              <a:solidFill>
                <a:srgbClr val="000000"/>
              </a:solidFill>
              <a:latin typeface="微软雅黑" panose="020B0503020204020204" pitchFamily="34" charset="-122"/>
              <a:ea typeface="微软雅黑" panose="020B0503020204020204" pitchFamily="34" charset="-122"/>
            </a:endParaRPr>
          </a:p>
          <a:p>
            <a:pPr>
              <a:lnSpc>
                <a:spcPct val="300000"/>
              </a:lnSpc>
            </a:pPr>
            <a:r>
              <a:rPr lang="zh-CN" altLang="en-US" sz="1600" dirty="0" smtClean="0">
                <a:solidFill>
                  <a:srgbClr val="000000"/>
                </a:solidFill>
                <a:latin typeface="微软雅黑" panose="020B0503020204020204" pitchFamily="34" charset="-122"/>
                <a:ea typeface="微软雅黑" panose="020B0503020204020204" pitchFamily="34" charset="-122"/>
              </a:rPr>
              <a:t>支持类型：</a:t>
            </a:r>
            <a:r>
              <a:rPr lang="en-US" altLang="zh-CN" sz="1600" dirty="0" smtClean="0">
                <a:solidFill>
                  <a:srgbClr val="000000"/>
                </a:solidFill>
                <a:latin typeface="微软雅黑" panose="020B0503020204020204" pitchFamily="34" charset="-122"/>
                <a:ea typeface="微软雅黑" panose="020B0503020204020204" pitchFamily="34" charset="-122"/>
              </a:rPr>
              <a:t>Item</a:t>
            </a:r>
            <a:r>
              <a:rPr lang="zh-CN" altLang="en-US" sz="1600" dirty="0" smtClean="0">
                <a:solidFill>
                  <a:srgbClr val="000000"/>
                </a:solidFill>
                <a:latin typeface="微软雅黑" panose="020B0503020204020204" pitchFamily="34" charset="-122"/>
                <a:ea typeface="微软雅黑" panose="020B0503020204020204" pitchFamily="34" charset="-122"/>
              </a:rPr>
              <a:t>以及</a:t>
            </a:r>
            <a:r>
              <a:rPr lang="en-US" altLang="zh-CN" sz="1600" dirty="0" smtClean="0">
                <a:solidFill>
                  <a:srgbClr val="000000"/>
                </a:solidFill>
                <a:latin typeface="微软雅黑" panose="020B0503020204020204" pitchFamily="34" charset="-122"/>
                <a:ea typeface="微软雅黑" panose="020B0503020204020204" pitchFamily="34" charset="-122"/>
              </a:rPr>
              <a:t>Item</a:t>
            </a:r>
            <a:r>
              <a:rPr lang="zh-CN" altLang="en-US" sz="1600" dirty="0" smtClean="0">
                <a:solidFill>
                  <a:srgbClr val="000000"/>
                </a:solidFill>
                <a:latin typeface="微软雅黑" panose="020B0503020204020204" pitchFamily="34" charset="-122"/>
                <a:ea typeface="微软雅黑" panose="020B0503020204020204" pitchFamily="34" charset="-122"/>
              </a:rPr>
              <a:t>的子类、</a:t>
            </a:r>
            <a:r>
              <a:rPr lang="en-US" altLang="zh-CN" sz="1600" dirty="0" smtClean="0">
                <a:solidFill>
                  <a:srgbClr val="000000"/>
                </a:solidFill>
                <a:latin typeface="微软雅黑" panose="020B0503020204020204" pitchFamily="34" charset="-122"/>
                <a:ea typeface="微软雅黑" panose="020B0503020204020204" pitchFamily="34" charset="-122"/>
              </a:rPr>
              <a:t>FORM</a:t>
            </a:r>
            <a:r>
              <a:rPr lang="zh-CN" altLang="en-US" sz="1600" dirty="0" smtClean="0">
                <a:solidFill>
                  <a:srgbClr val="000000"/>
                </a:solidFill>
                <a:latin typeface="微软雅黑" panose="020B0503020204020204" pitchFamily="34" charset="-122"/>
                <a:ea typeface="微软雅黑" panose="020B0503020204020204" pitchFamily="34" charset="-122"/>
              </a:rPr>
              <a:t>、</a:t>
            </a:r>
            <a:r>
              <a:rPr lang="en-US" altLang="zh-CN" sz="1600" dirty="0" smtClean="0">
                <a:solidFill>
                  <a:srgbClr val="000000"/>
                </a:solidFill>
                <a:latin typeface="微软雅黑" panose="020B0503020204020204" pitchFamily="34" charset="-122"/>
                <a:ea typeface="微软雅黑" panose="020B0503020204020204" pitchFamily="34" charset="-122"/>
              </a:rPr>
              <a:t>Dataset</a:t>
            </a:r>
          </a:p>
          <a:p>
            <a:pPr>
              <a:lnSpc>
                <a:spcPct val="300000"/>
              </a:lnSpc>
            </a:pPr>
            <a:r>
              <a:rPr lang="zh-CN" altLang="en-US" sz="1600" dirty="0" smtClean="0">
                <a:solidFill>
                  <a:srgbClr val="000000"/>
                </a:solidFill>
                <a:latin typeface="微软雅黑" panose="020B0503020204020204" pitchFamily="34" charset="-122"/>
                <a:ea typeface="微软雅黑" panose="020B0503020204020204" pitchFamily="34" charset="-122"/>
              </a:rPr>
              <a:t>支持扩展原则：类型、操作、扩展点三要素</a:t>
            </a:r>
            <a:endParaRPr lang="en-US" altLang="zh-CN" sz="1600" dirty="0" smtClean="0">
              <a:solidFill>
                <a:srgbClr val="000000"/>
              </a:solidFill>
              <a:latin typeface="微软雅黑" panose="020B0503020204020204" pitchFamily="34" charset="-122"/>
              <a:ea typeface="微软雅黑" panose="020B0503020204020204" pitchFamily="34" charset="-122"/>
            </a:endParaRPr>
          </a:p>
          <a:p>
            <a:endParaRPr lang="zh-CN" altLang="en-US" dirty="0"/>
          </a:p>
        </p:txBody>
      </p:sp>
    </p:spTree>
    <p:extLst>
      <p:ext uri="{BB962C8B-B14F-4D97-AF65-F5344CB8AC3E}">
        <p14:creationId xmlns:p14="http://schemas.microsoft.com/office/powerpoint/2010/main" val="23301695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061557639"/>
              </p:ext>
            </p:extLst>
          </p:nvPr>
        </p:nvGraphicFramePr>
        <p:xfrm>
          <a:off x="470545" y="1700808"/>
          <a:ext cx="8136903" cy="3968612"/>
        </p:xfrm>
        <a:graphic>
          <a:graphicData uri="http://schemas.openxmlformats.org/drawingml/2006/table">
            <a:tbl>
              <a:tblPr firstRow="1" bandRow="1">
                <a:tableStyleId>{5C22544A-7EE6-4342-B048-85BDC9FD1C3A}</a:tableStyleId>
              </a:tblPr>
              <a:tblGrid>
                <a:gridCol w="2733303"/>
                <a:gridCol w="3816424"/>
                <a:gridCol w="1587176"/>
              </a:tblGrid>
              <a:tr h="435926">
                <a:tc>
                  <a:txBody>
                    <a:bodyPr/>
                    <a:lstStyle/>
                    <a:p>
                      <a:pPr algn="ctr"/>
                      <a:r>
                        <a:rPr lang="zh-CN" altLang="en-US" b="0" dirty="0" smtClean="0">
                          <a:solidFill>
                            <a:schemeClr val="tx1"/>
                          </a:solidFill>
                        </a:rPr>
                        <a:t>类型</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b="0" dirty="0" smtClean="0">
                          <a:solidFill>
                            <a:schemeClr val="tx1"/>
                          </a:solidFill>
                        </a:rPr>
                        <a:t>操作</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b="0" dirty="0" smtClean="0">
                          <a:solidFill>
                            <a:schemeClr val="tx1"/>
                          </a:solidFill>
                        </a:rPr>
                        <a:t>扩展点</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69270">
                <a:tc rowSpan="3">
                  <a:txBody>
                    <a:bodyPr/>
                    <a:lstStyle/>
                    <a:p>
                      <a:pPr algn="l"/>
                      <a:r>
                        <a:rPr lang="zh-CN" altLang="en-US" sz="1400" kern="1200" dirty="0" smtClean="0">
                          <a:solidFill>
                            <a:srgbClr val="000000"/>
                          </a:solidFill>
                          <a:latin typeface="微软雅黑" panose="020B0503020204020204" pitchFamily="34" charset="-122"/>
                          <a:ea typeface="微软雅黑" panose="020B0503020204020204" pitchFamily="34" charset="-122"/>
                          <a:cs typeface="+mn-cs"/>
                        </a:rPr>
                        <a:t>零组件和零组件的所有子类型</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IMAN_import</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9">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PostAction</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27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ITEM_create</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09710">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ITEM_create_from_rev</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270">
                <a:tc rowSpan="4">
                  <a:txBody>
                    <a:bodyPr/>
                    <a:lstStyle/>
                    <a:p>
                      <a:pPr marL="0" algn="l" defTabSz="914400" rtl="0" eaLnBrk="1" latinLnBrk="0" hangingPunct="1"/>
                      <a:r>
                        <a:rPr lang="zh-CN" altLang="en-US" sz="1400" kern="1200" dirty="0" smtClean="0">
                          <a:solidFill>
                            <a:srgbClr val="000000"/>
                          </a:solidFill>
                          <a:latin typeface="微软雅黑" panose="020B0503020204020204" pitchFamily="34" charset="-122"/>
                          <a:ea typeface="微软雅黑" panose="020B0503020204020204" pitchFamily="34" charset="-122"/>
                          <a:cs typeface="+mn-cs"/>
                        </a:rPr>
                        <a:t>零组件版本和零组件版本的所有子类型</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ITEM_baseline_rev</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270">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ITEM_copy_rev</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93768">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ITEM_copy_rev_to_existing</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9270">
                <a:tc vMerge="1">
                  <a:txBody>
                    <a:bodyPr/>
                    <a:lstStyle/>
                    <a:p>
                      <a:pPr algn="l"/>
                      <a:endParaRPr lang="en-US" altLang="zh-CN" sz="1400" kern="1200" dirty="0" smtClean="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ITEM_create_rev</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50810">
                <a:tc>
                  <a:txBody>
                    <a:bodyPr/>
                    <a:lstStyle/>
                    <a:p>
                      <a:pPr marL="0" algn="l" defTabSz="914400" rtl="0" eaLnBrk="1" latinLnBrk="0" hangingPunct="1"/>
                      <a:r>
                        <a:rPr lang="zh-CN" altLang="en-US" sz="1400" kern="1200" dirty="0" smtClean="0">
                          <a:solidFill>
                            <a:srgbClr val="000000"/>
                          </a:solidFill>
                          <a:latin typeface="微软雅黑" panose="020B0503020204020204" pitchFamily="34" charset="-122"/>
                          <a:ea typeface="微软雅黑" panose="020B0503020204020204" pitchFamily="34" charset="-122"/>
                          <a:cs typeface="+mn-cs"/>
                        </a:rPr>
                        <a:t>数据集和数据集的所有子类型</a:t>
                      </a:r>
                      <a:endParaRPr lang="en-US" altLang="zh-CN" sz="1400" kern="1200" dirty="0" smtClean="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AE_save_dataset</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432048">
                <a:tc>
                  <a:txBody>
                    <a:bodyPr/>
                    <a:lstStyle/>
                    <a:p>
                      <a:pPr marL="0" algn="l" defTabSz="914400" rtl="0" eaLnBrk="1" latinLnBrk="0" hangingPunct="1"/>
                      <a:r>
                        <a:rPr lang="zh-CN" altLang="en-US" sz="1400" kern="1200" dirty="0" smtClean="0">
                          <a:solidFill>
                            <a:srgbClr val="000000"/>
                          </a:solidFill>
                          <a:latin typeface="微软雅黑" panose="020B0503020204020204" pitchFamily="34" charset="-122"/>
                          <a:ea typeface="微软雅黑" panose="020B0503020204020204" pitchFamily="34" charset="-122"/>
                          <a:cs typeface="+mn-cs"/>
                        </a:rPr>
                        <a:t>表单和表单的所有子类型</a:t>
                      </a:r>
                      <a:endParaRPr lang="en-US" altLang="zh-CN" sz="1400" kern="1200" dirty="0" smtClean="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l" defTabSz="914400" rtl="0" eaLnBrk="1" latinLnBrk="0" hangingPunct="1"/>
                      <a:r>
                        <a:rPr lang="en-US" altLang="zh-CN" sz="1400" kern="1200" dirty="0" err="1" smtClean="0">
                          <a:solidFill>
                            <a:srgbClr val="000000"/>
                          </a:solidFill>
                          <a:latin typeface="微软雅黑" panose="020B0503020204020204" pitchFamily="34" charset="-122"/>
                          <a:ea typeface="微软雅黑" panose="020B0503020204020204" pitchFamily="34" charset="-122"/>
                          <a:cs typeface="+mn-cs"/>
                        </a:rPr>
                        <a:t>IMAN_save</a:t>
                      </a:r>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algn="l"/>
                      <a:endParaRPr lang="zh-CN" altLang="en-US" sz="1400" kern="1200" dirty="0">
                        <a:solidFill>
                          <a:srgbClr val="000000"/>
                        </a:solidFill>
                        <a:latin typeface="微软雅黑" panose="020B0503020204020204" pitchFamily="34" charset="-122"/>
                        <a:ea typeface="微软雅黑" panose="020B0503020204020204" pitchFamily="34" charset="-122"/>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Tree>
    <p:extLst>
      <p:ext uri="{BB962C8B-B14F-4D97-AF65-F5344CB8AC3E}">
        <p14:creationId xmlns:p14="http://schemas.microsoft.com/office/powerpoint/2010/main" val="39193755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3" name="矩形 2"/>
          <p:cNvSpPr/>
          <p:nvPr/>
        </p:nvSpPr>
        <p:spPr>
          <a:xfrm>
            <a:off x="322076" y="2590329"/>
            <a:ext cx="1927131" cy="369332"/>
          </a:xfrm>
          <a:prstGeom prst="rect">
            <a:avLst/>
          </a:prstGeom>
        </p:spPr>
        <p:txBody>
          <a:bodyPr wrap="none">
            <a:spAutoFit/>
          </a:bodyPr>
          <a:lstStyle/>
          <a:p>
            <a:r>
              <a:rPr lang="en-US" altLang="zh-CN" dirty="0">
                <a:solidFill>
                  <a:srgbClr val="000000"/>
                </a:solidFill>
                <a:latin typeface="微软雅黑" panose="020B0503020204020204" pitchFamily="34" charset="-122"/>
                <a:ea typeface="微软雅黑" panose="020B0503020204020204" pitchFamily="34" charset="-122"/>
              </a:rPr>
              <a:t>[1] </a:t>
            </a:r>
            <a:r>
              <a:rPr lang="zh-CN" altLang="en-US" dirty="0" smtClean="0">
                <a:solidFill>
                  <a:srgbClr val="000000"/>
                </a:solidFill>
                <a:latin typeface="微软雅黑" panose="020B0503020204020204" pitchFamily="34" charset="-122"/>
                <a:ea typeface="微软雅黑" panose="020B0503020204020204" pitchFamily="34" charset="-122"/>
              </a:rPr>
              <a:t>添加扩展附件</a:t>
            </a:r>
            <a:endParaRPr lang="zh-CN" altLang="en-US" dirty="0"/>
          </a:p>
        </p:txBody>
      </p:sp>
      <p:sp>
        <p:nvSpPr>
          <p:cNvPr id="4" name="矩形 3"/>
          <p:cNvSpPr/>
          <p:nvPr/>
        </p:nvSpPr>
        <p:spPr>
          <a:xfrm>
            <a:off x="179511" y="1320555"/>
            <a:ext cx="8856984" cy="1215717"/>
          </a:xfrm>
          <a:prstGeom prst="rect">
            <a:avLst/>
          </a:prstGeom>
        </p:spPr>
        <p:txBody>
          <a:bodyPr wrap="square">
            <a:spAutoFit/>
          </a:bodyPr>
          <a:lstStyle/>
          <a:p>
            <a:r>
              <a:rPr lang="zh-CN" altLang="en-US" sz="2400" b="1" dirty="0" smtClean="0">
                <a:solidFill>
                  <a:srgbClr val="000000"/>
                </a:solidFill>
                <a:latin typeface="微软雅黑" panose="020B0503020204020204" pitchFamily="34" charset="-122"/>
                <a:ea typeface="微软雅黑" panose="020B0503020204020204" pitchFamily="34" charset="-122"/>
              </a:rPr>
              <a:t>配置举例</a:t>
            </a:r>
            <a:r>
              <a:rPr lang="zh-CN" altLang="en-US" sz="2800" b="1" dirty="0" smtClean="0">
                <a:solidFill>
                  <a:srgbClr val="000000"/>
                </a:solidFill>
                <a:latin typeface="微软雅黑" panose="020B0503020204020204" pitchFamily="34" charset="-122"/>
                <a:ea typeface="微软雅黑" panose="020B0503020204020204" pitchFamily="34" charset="-122"/>
              </a:rPr>
              <a:t>：</a:t>
            </a:r>
            <a:endParaRPr lang="en-US" altLang="zh-CN" sz="2800" b="1" dirty="0" smtClean="0">
              <a:solidFill>
                <a:srgbClr val="000000"/>
              </a:solidFill>
              <a:latin typeface="微软雅黑" panose="020B0503020204020204" pitchFamily="34" charset="-122"/>
              <a:ea typeface="微软雅黑" panose="020B0503020204020204" pitchFamily="34" charset="-122"/>
            </a:endParaRPr>
          </a:p>
          <a:p>
            <a:r>
              <a:rPr lang="x-none" altLang="zh-CN" dirty="0" smtClean="0">
                <a:solidFill>
                  <a:srgbClr val="000000"/>
                </a:solidFill>
                <a:latin typeface="微软雅黑" panose="020B0503020204020204" pitchFamily="34" charset="-122"/>
                <a:ea typeface="微软雅黑" panose="020B0503020204020204" pitchFamily="34" charset="-122"/>
              </a:rPr>
              <a:t>此处配置当</a:t>
            </a:r>
            <a:r>
              <a:rPr lang="zh-CN" altLang="en-US" dirty="0" smtClean="0">
                <a:solidFill>
                  <a:srgbClr val="000000"/>
                </a:solidFill>
                <a:latin typeface="微软雅黑" panose="020B0503020204020204" pitchFamily="34" charset="-122"/>
                <a:ea typeface="微软雅黑" panose="020B0503020204020204" pitchFamily="34" charset="-122"/>
              </a:rPr>
              <a:t>后</a:t>
            </a:r>
            <a:r>
              <a:rPr lang="x-none" altLang="zh-CN" dirty="0" smtClean="0">
                <a:solidFill>
                  <a:srgbClr val="000000"/>
                </a:solidFill>
                <a:latin typeface="微软雅黑" panose="020B0503020204020204" pitchFamily="34" charset="-122"/>
                <a:ea typeface="微软雅黑" panose="020B0503020204020204" pitchFamily="34" charset="-122"/>
              </a:rPr>
              <a:t>操作为</a:t>
            </a:r>
            <a:r>
              <a:rPr lang="x-none" altLang="zh-CN" dirty="0">
                <a:solidFill>
                  <a:srgbClr val="000000"/>
                </a:solidFill>
                <a:latin typeface="微软雅黑" panose="020B0503020204020204" pitchFamily="34" charset="-122"/>
                <a:ea typeface="微软雅黑" panose="020B0503020204020204" pitchFamily="34" charset="-122"/>
              </a:rPr>
              <a:t>Iman_save</a:t>
            </a:r>
            <a:r>
              <a:rPr lang="zh-CN" altLang="zh-CN" dirty="0">
                <a:solidFill>
                  <a:srgbClr val="000000"/>
                </a:solidFill>
                <a:latin typeface="微软雅黑" panose="020B0503020204020204" pitchFamily="34" charset="-122"/>
                <a:ea typeface="微软雅黑" panose="020B0503020204020204" pitchFamily="34" charset="-122"/>
              </a:rPr>
              <a:t>的时候，</a:t>
            </a:r>
            <a:r>
              <a:rPr lang="zh-CN" altLang="zh-CN" dirty="0" smtClean="0">
                <a:solidFill>
                  <a:srgbClr val="000000"/>
                </a:solidFill>
                <a:latin typeface="微软雅黑" panose="020B0503020204020204" pitchFamily="34" charset="-122"/>
                <a:ea typeface="微软雅黑" panose="020B0503020204020204" pitchFamily="34" charset="-122"/>
              </a:rPr>
              <a:t>所有</a:t>
            </a:r>
            <a:r>
              <a:rPr lang="zh-CN" altLang="en-US" dirty="0" smtClean="0">
                <a:solidFill>
                  <a:srgbClr val="000000"/>
                </a:solidFill>
                <a:latin typeface="微软雅黑" panose="020B0503020204020204" pitchFamily="34" charset="-122"/>
                <a:ea typeface="微软雅黑" panose="020B0503020204020204" pitchFamily="34" charset="-122"/>
              </a:rPr>
              <a:t>”</a:t>
            </a:r>
            <a:r>
              <a:rPr lang="zh-CN" altLang="en-US" dirty="0">
                <a:solidFill>
                  <a:srgbClr val="000000"/>
                </a:solidFill>
                <a:latin typeface="微软雅黑" panose="020B0503020204020204" pitchFamily="34" charset="-122"/>
                <a:ea typeface="微软雅黑" panose="020B0503020204020204" pitchFamily="34" charset="-122"/>
              </a:rPr>
              <a:t>测试专用零组件</a:t>
            </a:r>
            <a:r>
              <a:rPr lang="zh-CN" altLang="en-US" dirty="0" smtClean="0">
                <a:solidFill>
                  <a:srgbClr val="000000"/>
                </a:solidFill>
                <a:latin typeface="微软雅黑" panose="020B0503020204020204" pitchFamily="34" charset="-122"/>
                <a:ea typeface="微软雅黑" panose="020B0503020204020204" pitchFamily="34" charset="-122"/>
              </a:rPr>
              <a:t>“</a:t>
            </a:r>
            <a:r>
              <a:rPr lang="zh-CN" altLang="zh-CN" dirty="0" smtClean="0">
                <a:solidFill>
                  <a:srgbClr val="000000"/>
                </a:solidFill>
                <a:latin typeface="微软雅黑" panose="020B0503020204020204" pitchFamily="34" charset="-122"/>
                <a:ea typeface="微软雅黑" panose="020B0503020204020204" pitchFamily="34" charset="-122"/>
              </a:rPr>
              <a:t>类型</a:t>
            </a:r>
            <a:r>
              <a:rPr lang="zh-CN" altLang="zh-CN" dirty="0">
                <a:solidFill>
                  <a:srgbClr val="000000"/>
                </a:solidFill>
                <a:latin typeface="微软雅黑" panose="020B0503020204020204" pitchFamily="34" charset="-122"/>
                <a:ea typeface="微软雅黑" panose="020B0503020204020204" pitchFamily="34" charset="-122"/>
              </a:rPr>
              <a:t>的数据都会自动指派到项目</a:t>
            </a:r>
            <a:endParaRPr lang="zh-CN" altLang="en-US" dirty="0">
              <a:solidFill>
                <a:srgbClr val="000000"/>
              </a:solidFill>
              <a:latin typeface="微软雅黑" panose="020B0503020204020204" pitchFamily="34" charset="-122"/>
              <a:ea typeface="微软雅黑" panose="020B0503020204020204" pitchFamily="34" charset="-122"/>
            </a:endParaRPr>
          </a:p>
        </p:txBody>
      </p:sp>
      <p:pic>
        <p:nvPicPr>
          <p:cNvPr id="1028" name="Picture 4" descr="C:\Users\HP\AppData\Local\Temp\SNAGHTML58bfc21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3241917"/>
            <a:ext cx="6496050" cy="30575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HP\AppData\Local\Temp\SNAGHTML58bb7d4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992402"/>
            <a:ext cx="8116689" cy="3305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4207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 calcmode="lin" valueType="num">
                                      <p:cBhvr additive="base">
                                        <p:cTn id="7" dur="500" fill="hold"/>
                                        <p:tgtEl>
                                          <p:spTgt spid="1028"/>
                                        </p:tgtEl>
                                        <p:attrNameLst>
                                          <p:attrName>ppt_x</p:attrName>
                                        </p:attrNameLst>
                                      </p:cBhvr>
                                      <p:tavLst>
                                        <p:tav tm="0">
                                          <p:val>
                                            <p:strVal val="#ppt_x"/>
                                          </p:val>
                                        </p:tav>
                                        <p:tav tm="100000">
                                          <p:val>
                                            <p:strVal val="#ppt_x"/>
                                          </p:val>
                                        </p:tav>
                                      </p:tavLst>
                                    </p:anim>
                                    <p:anim calcmode="lin" valueType="num">
                                      <p:cBhvr additive="base">
                                        <p:cTn id="8" dur="500" fill="hold"/>
                                        <p:tgtEl>
                                          <p:spTgt spid="102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6"/>
                                        </p:tgtEl>
                                        <p:attrNameLst>
                                          <p:attrName>style.visibility</p:attrName>
                                        </p:attrNameLst>
                                      </p:cBhvr>
                                      <p:to>
                                        <p:strVal val="visible"/>
                                      </p:to>
                                    </p:set>
                                    <p:anim calcmode="lin" valueType="num">
                                      <p:cBhvr additive="base">
                                        <p:cTn id="17" dur="500" fill="hold"/>
                                        <p:tgtEl>
                                          <p:spTgt spid="1026"/>
                                        </p:tgtEl>
                                        <p:attrNameLst>
                                          <p:attrName>ppt_x</p:attrName>
                                        </p:attrNameLst>
                                      </p:cBhvr>
                                      <p:tavLst>
                                        <p:tav tm="0">
                                          <p:val>
                                            <p:strVal val="#ppt_x"/>
                                          </p:val>
                                        </p:tav>
                                        <p:tav tm="100000">
                                          <p:val>
                                            <p:strVal val="#ppt_x"/>
                                          </p:val>
                                        </p:tav>
                                      </p:tavLst>
                                    </p:anim>
                                    <p:anim calcmode="lin" valueType="num">
                                      <p:cBhvr additive="base">
                                        <p:cTn id="1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516142"/>
            <a:ext cx="2619628"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[2] </a:t>
            </a:r>
            <a:r>
              <a:rPr lang="zh-CN" altLang="en-US" dirty="0" smtClean="0">
                <a:solidFill>
                  <a:srgbClr val="000000"/>
                </a:solidFill>
                <a:latin typeface="微软雅黑" panose="020B0503020204020204" pitchFamily="34" charset="-122"/>
                <a:ea typeface="微软雅黑" panose="020B0503020204020204" pitchFamily="34" charset="-122"/>
              </a:rPr>
              <a:t>为用户指派默认项目</a:t>
            </a:r>
            <a:endParaRPr lang="zh-CN" altLang="en-US" dirty="0"/>
          </a:p>
        </p:txBody>
      </p:sp>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pic>
        <p:nvPicPr>
          <p:cNvPr id="4" name="图片 3"/>
          <p:cNvPicPr>
            <a:picLocks noChangeAspect="1"/>
          </p:cNvPicPr>
          <p:nvPr/>
        </p:nvPicPr>
        <p:blipFill>
          <a:blip r:embed="rId2"/>
          <a:stretch>
            <a:fillRect/>
          </a:stretch>
        </p:blipFill>
        <p:spPr>
          <a:xfrm>
            <a:off x="1115616" y="2165420"/>
            <a:ext cx="6624736" cy="4236419"/>
          </a:xfrm>
          <a:prstGeom prst="rect">
            <a:avLst/>
          </a:prstGeom>
        </p:spPr>
      </p:pic>
    </p:spTree>
    <p:extLst>
      <p:ext uri="{BB962C8B-B14F-4D97-AF65-F5344CB8AC3E}">
        <p14:creationId xmlns:p14="http://schemas.microsoft.com/office/powerpoint/2010/main" val="6711624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95536" y="2204864"/>
            <a:ext cx="6480720" cy="3955474"/>
          </a:xfrm>
          <a:prstGeom prst="rect">
            <a:avLst/>
          </a:prstGeom>
        </p:spPr>
      </p:pic>
      <p:sp>
        <p:nvSpPr>
          <p:cNvPr id="2" name="矩形 1"/>
          <p:cNvSpPr/>
          <p:nvPr/>
        </p:nvSpPr>
        <p:spPr>
          <a:xfrm>
            <a:off x="251520" y="1700808"/>
            <a:ext cx="4245136"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[3] </a:t>
            </a:r>
            <a:r>
              <a:rPr lang="en-US" altLang="zh-CN" dirty="0" err="1" smtClean="0">
                <a:solidFill>
                  <a:srgbClr val="000000"/>
                </a:solidFill>
                <a:latin typeface="微软雅黑" panose="020B0503020204020204" pitchFamily="34" charset="-122"/>
                <a:ea typeface="微软雅黑" panose="020B0503020204020204" pitchFamily="34" charset="-122"/>
              </a:rPr>
              <a:t>TC_allow_remove_owning_project</a:t>
            </a:r>
            <a:endParaRPr lang="zh-CN" altLang="en-US" dirty="0"/>
          </a:p>
        </p:txBody>
      </p:sp>
      <p:pic>
        <p:nvPicPr>
          <p:cNvPr id="3" name="图片 2"/>
          <p:cNvPicPr>
            <a:picLocks noChangeAspect="1"/>
          </p:cNvPicPr>
          <p:nvPr/>
        </p:nvPicPr>
        <p:blipFill>
          <a:blip r:embed="rId3"/>
          <a:stretch>
            <a:fillRect/>
          </a:stretch>
        </p:blipFill>
        <p:spPr>
          <a:xfrm>
            <a:off x="1763688" y="2780928"/>
            <a:ext cx="7172285" cy="3586142"/>
          </a:xfrm>
          <a:prstGeom prst="rect">
            <a:avLst/>
          </a:prstGeom>
        </p:spPr>
      </p:pic>
      <p:sp>
        <p:nvSpPr>
          <p:cNvPr id="5" name="Rectangle 2"/>
          <p:cNvSpPr txBox="1"/>
          <p:nvPr/>
        </p:nvSpPr>
        <p:spPr bwMode="auto">
          <a:xfrm>
            <a:off x="244997"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Tree>
    <p:extLst>
      <p:ext uri="{BB962C8B-B14F-4D97-AF65-F5344CB8AC3E}">
        <p14:creationId xmlns:p14="http://schemas.microsoft.com/office/powerpoint/2010/main" val="4214641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700808"/>
            <a:ext cx="1465466"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[4] </a:t>
            </a:r>
            <a:r>
              <a:rPr lang="zh-CN" altLang="en-US" dirty="0" smtClean="0">
                <a:solidFill>
                  <a:srgbClr val="000000"/>
                </a:solidFill>
                <a:latin typeface="微软雅黑" panose="020B0503020204020204" pitchFamily="34" charset="-122"/>
                <a:ea typeface="微软雅黑" panose="020B0503020204020204" pitchFamily="34" charset="-122"/>
              </a:rPr>
              <a:t>测试过程</a:t>
            </a:r>
            <a:endParaRPr lang="zh-CN" altLang="en-US" dirty="0"/>
          </a:p>
        </p:txBody>
      </p:sp>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产品数据自动指派项目</a:t>
            </a:r>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pic>
        <p:nvPicPr>
          <p:cNvPr id="5" name="2018-05-08_22-46-5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3528" y="2132856"/>
            <a:ext cx="8389027" cy="3897402"/>
          </a:xfrm>
          <a:prstGeom prst="rect">
            <a:avLst/>
          </a:prstGeom>
        </p:spPr>
      </p:pic>
    </p:spTree>
    <p:extLst>
      <p:ext uri="{BB962C8B-B14F-4D97-AF65-F5344CB8AC3E}">
        <p14:creationId xmlns:p14="http://schemas.microsoft.com/office/powerpoint/2010/main" val="12906512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2" name="矩形 1"/>
          <p:cNvSpPr/>
          <p:nvPr/>
        </p:nvSpPr>
        <p:spPr>
          <a:xfrm>
            <a:off x="323528" y="1444134"/>
            <a:ext cx="5974328" cy="369332"/>
          </a:xfrm>
          <a:prstGeom prst="rect">
            <a:avLst/>
          </a:prstGeom>
        </p:spPr>
        <p:txBody>
          <a:bodyPr wrap="none">
            <a:spAutoFit/>
          </a:bodyPr>
          <a:lstStyle/>
          <a:p>
            <a:r>
              <a:rPr lang="en-US" altLang="zh-CN" dirty="0">
                <a:solidFill>
                  <a:srgbClr val="000000"/>
                </a:solidFill>
                <a:latin typeface="微软雅黑" panose="020B0503020204020204" pitchFamily="34" charset="-122"/>
                <a:ea typeface="微软雅黑" panose="020B0503020204020204" pitchFamily="34" charset="-122"/>
              </a:rPr>
              <a:t>[1] </a:t>
            </a:r>
            <a:r>
              <a:rPr lang="zh-CN" altLang="en-US" dirty="0">
                <a:solidFill>
                  <a:srgbClr val="000000"/>
                </a:solidFill>
                <a:latin typeface="微软雅黑" panose="020B0503020204020204" pitchFamily="34" charset="-122"/>
                <a:ea typeface="微软雅黑" panose="020B0503020204020204" pitchFamily="34" charset="-122"/>
              </a:rPr>
              <a:t>在</a:t>
            </a:r>
            <a:r>
              <a:rPr lang="en-US" altLang="zh-CN" dirty="0" err="1">
                <a:solidFill>
                  <a:srgbClr val="000000"/>
                </a:solidFill>
                <a:latin typeface="微软雅黑" panose="020B0503020204020204" pitchFamily="34" charset="-122"/>
                <a:ea typeface="微软雅黑" panose="020B0503020204020204" pitchFamily="34" charset="-122"/>
              </a:rPr>
              <a:t>Teamcenter</a:t>
            </a:r>
            <a:r>
              <a:rPr lang="zh-CN" altLang="en-US" dirty="0">
                <a:solidFill>
                  <a:srgbClr val="000000"/>
                </a:solidFill>
                <a:latin typeface="微软雅黑" panose="020B0503020204020204" pitchFamily="34" charset="-122"/>
                <a:ea typeface="微软雅黑" panose="020B0503020204020204" pitchFamily="34" charset="-122"/>
              </a:rPr>
              <a:t>中</a:t>
            </a:r>
            <a:r>
              <a:rPr lang="zh-CN" altLang="en-US" dirty="0" smtClean="0">
                <a:solidFill>
                  <a:srgbClr val="000000"/>
                </a:solidFill>
                <a:latin typeface="微软雅黑" panose="020B0503020204020204" pitchFamily="34" charset="-122"/>
                <a:ea typeface="微软雅黑" panose="020B0503020204020204" pitchFamily="34" charset="-122"/>
              </a:rPr>
              <a:t>新建业务对象以及用于判断的属性；</a:t>
            </a:r>
            <a:endParaRPr lang="zh-CN" altLang="en-US" dirty="0"/>
          </a:p>
        </p:txBody>
      </p:sp>
      <p:pic>
        <p:nvPicPr>
          <p:cNvPr id="5" name="图片 4"/>
          <p:cNvPicPr>
            <a:picLocks noChangeAspect="1"/>
          </p:cNvPicPr>
          <p:nvPr/>
        </p:nvPicPr>
        <p:blipFill>
          <a:blip r:embed="rId3"/>
          <a:stretch>
            <a:fillRect/>
          </a:stretch>
        </p:blipFill>
        <p:spPr>
          <a:xfrm>
            <a:off x="539552" y="2009023"/>
            <a:ext cx="7331075" cy="4397121"/>
          </a:xfrm>
          <a:prstGeom prst="rect">
            <a:avLst/>
          </a:prstGeom>
        </p:spPr>
      </p:pic>
      <p:pic>
        <p:nvPicPr>
          <p:cNvPr id="6" name="图片 5"/>
          <p:cNvPicPr>
            <a:picLocks noChangeAspect="1"/>
          </p:cNvPicPr>
          <p:nvPr/>
        </p:nvPicPr>
        <p:blipFill>
          <a:blip r:embed="rId4"/>
          <a:stretch>
            <a:fillRect/>
          </a:stretch>
        </p:blipFill>
        <p:spPr>
          <a:xfrm>
            <a:off x="323528" y="1936582"/>
            <a:ext cx="8634793" cy="454200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412398"/>
            <a:ext cx="5734903"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[2] </a:t>
            </a:r>
            <a:r>
              <a:rPr lang="zh-CN" altLang="en-US" dirty="0">
                <a:solidFill>
                  <a:srgbClr val="000000"/>
                </a:solidFill>
                <a:latin typeface="微软雅黑" panose="020B0503020204020204" pitchFamily="34" charset="-122"/>
                <a:ea typeface="微软雅黑" panose="020B0503020204020204" pitchFamily="34" charset="-122"/>
              </a:rPr>
              <a:t>在</a:t>
            </a:r>
            <a:r>
              <a:rPr lang="en-US" altLang="zh-CN" dirty="0" err="1">
                <a:solidFill>
                  <a:srgbClr val="000000"/>
                </a:solidFill>
                <a:latin typeface="微软雅黑" panose="020B0503020204020204" pitchFamily="34" charset="-122"/>
                <a:ea typeface="微软雅黑" panose="020B0503020204020204" pitchFamily="34" charset="-122"/>
              </a:rPr>
              <a:t>Teamcenter</a:t>
            </a:r>
            <a:r>
              <a:rPr lang="zh-CN" altLang="en-US" dirty="0">
                <a:solidFill>
                  <a:srgbClr val="000000"/>
                </a:solidFill>
                <a:latin typeface="微软雅黑" panose="020B0503020204020204" pitchFamily="34" charset="-122"/>
                <a:ea typeface="微软雅黑" panose="020B0503020204020204" pitchFamily="34" charset="-122"/>
              </a:rPr>
              <a:t>中</a:t>
            </a:r>
            <a:r>
              <a:rPr lang="zh-CN" altLang="en-US" dirty="0" smtClean="0">
                <a:solidFill>
                  <a:srgbClr val="000000"/>
                </a:solidFill>
                <a:latin typeface="微软雅黑" panose="020B0503020204020204" pitchFamily="34" charset="-122"/>
                <a:ea typeface="微软雅黑" panose="020B0503020204020204" pitchFamily="34" charset="-122"/>
              </a:rPr>
              <a:t>新建</a:t>
            </a:r>
            <a:r>
              <a:rPr lang="en-US" altLang="zh-CN" dirty="0" smtClean="0">
                <a:solidFill>
                  <a:srgbClr val="000000"/>
                </a:solidFill>
                <a:latin typeface="微软雅黑" panose="020B0503020204020204" pitchFamily="34" charset="-122"/>
                <a:ea typeface="微软雅黑" panose="020B0503020204020204" pitchFamily="34" charset="-122"/>
              </a:rPr>
              <a:t>LOV</a:t>
            </a:r>
            <a:r>
              <a:rPr lang="zh-CN" altLang="en-US" dirty="0" smtClean="0">
                <a:solidFill>
                  <a:srgbClr val="000000"/>
                </a:solidFill>
                <a:latin typeface="微软雅黑" panose="020B0503020204020204" pitchFamily="34" charset="-122"/>
                <a:ea typeface="微软雅黑" panose="020B0503020204020204" pitchFamily="34" charset="-122"/>
              </a:rPr>
              <a:t>并附加到用于判断属性；</a:t>
            </a:r>
            <a:endParaRPr lang="zh-CN" altLang="en-US" dirty="0"/>
          </a:p>
        </p:txBody>
      </p:sp>
      <p:pic>
        <p:nvPicPr>
          <p:cNvPr id="3" name="图片 2"/>
          <p:cNvPicPr>
            <a:picLocks noChangeAspect="1"/>
          </p:cNvPicPr>
          <p:nvPr/>
        </p:nvPicPr>
        <p:blipFill>
          <a:blip r:embed="rId2"/>
          <a:stretch>
            <a:fillRect/>
          </a:stretch>
        </p:blipFill>
        <p:spPr>
          <a:xfrm>
            <a:off x="461136" y="2114644"/>
            <a:ext cx="7445385" cy="4145639"/>
          </a:xfrm>
          <a:prstGeom prst="rect">
            <a:avLst/>
          </a:prstGeom>
        </p:spPr>
      </p:pic>
      <p:pic>
        <p:nvPicPr>
          <p:cNvPr id="4" name="图片 3"/>
          <p:cNvPicPr>
            <a:picLocks noChangeAspect="1"/>
          </p:cNvPicPr>
          <p:nvPr/>
        </p:nvPicPr>
        <p:blipFill>
          <a:blip r:embed="rId3"/>
          <a:stretch>
            <a:fillRect/>
          </a:stretch>
        </p:blipFill>
        <p:spPr>
          <a:xfrm>
            <a:off x="1763688" y="2161830"/>
            <a:ext cx="6942422" cy="3139712"/>
          </a:xfrm>
          <a:prstGeom prst="rect">
            <a:avLst/>
          </a:prstGeom>
        </p:spPr>
      </p:pic>
      <p:pic>
        <p:nvPicPr>
          <p:cNvPr id="5" name="图片 4"/>
          <p:cNvPicPr>
            <a:picLocks noChangeAspect="1"/>
          </p:cNvPicPr>
          <p:nvPr/>
        </p:nvPicPr>
        <p:blipFill>
          <a:blip r:embed="rId4"/>
          <a:stretch>
            <a:fillRect/>
          </a:stretch>
        </p:blipFill>
        <p:spPr>
          <a:xfrm>
            <a:off x="323528" y="1989989"/>
            <a:ext cx="8723538" cy="4270294"/>
          </a:xfrm>
          <a:prstGeom prst="rect">
            <a:avLst/>
          </a:prstGeom>
        </p:spPr>
      </p:pic>
      <p:sp>
        <p:nvSpPr>
          <p:cNvPr id="6"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Tree>
    <p:extLst>
      <p:ext uri="{BB962C8B-B14F-4D97-AF65-F5344CB8AC3E}">
        <p14:creationId xmlns:p14="http://schemas.microsoft.com/office/powerpoint/2010/main" val="1884514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444134"/>
            <a:ext cx="5892190"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[3] </a:t>
            </a:r>
            <a:r>
              <a:rPr lang="zh-CN" altLang="en-US" dirty="0" smtClean="0">
                <a:solidFill>
                  <a:srgbClr val="000000"/>
                </a:solidFill>
                <a:latin typeface="微软雅黑" panose="020B0503020204020204" pitchFamily="34" charset="-122"/>
                <a:ea typeface="微软雅黑" panose="020B0503020204020204" pitchFamily="34" charset="-122"/>
              </a:rPr>
              <a:t>修改全局常数</a:t>
            </a:r>
            <a:r>
              <a:rPr lang="en-US" altLang="zh-CN" dirty="0" err="1" smtClean="0">
                <a:solidFill>
                  <a:srgbClr val="000000"/>
                </a:solidFill>
                <a:latin typeface="微软雅黑" panose="020B0503020204020204" pitchFamily="34" charset="-122"/>
                <a:ea typeface="微软雅黑" panose="020B0503020204020204" pitchFamily="34" charset="-122"/>
              </a:rPr>
              <a:t>DefaultProjectSmartFolders</a:t>
            </a:r>
            <a:r>
              <a:rPr lang="zh-CN" altLang="en-US" dirty="0" smtClean="0">
                <a:solidFill>
                  <a:srgbClr val="000000"/>
                </a:solidFill>
                <a:latin typeface="微软雅黑" panose="020B0503020204020204" pitchFamily="34" charset="-122"/>
                <a:ea typeface="微软雅黑" panose="020B0503020204020204" pitchFamily="34" charset="-122"/>
              </a:rPr>
              <a:t>默认值；</a:t>
            </a:r>
            <a:endParaRPr lang="zh-CN" altLang="en-US" dirty="0"/>
          </a:p>
        </p:txBody>
      </p:sp>
      <p:sp>
        <p:nvSpPr>
          <p:cNvPr id="6"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pic>
        <p:nvPicPr>
          <p:cNvPr id="7" name="图片 6"/>
          <p:cNvPicPr>
            <a:picLocks noChangeAspect="1"/>
          </p:cNvPicPr>
          <p:nvPr/>
        </p:nvPicPr>
        <p:blipFill>
          <a:blip r:embed="rId2"/>
          <a:stretch>
            <a:fillRect/>
          </a:stretch>
        </p:blipFill>
        <p:spPr>
          <a:xfrm>
            <a:off x="286736" y="1988840"/>
            <a:ext cx="8272540" cy="4025043"/>
          </a:xfrm>
          <a:prstGeom prst="rect">
            <a:avLst/>
          </a:prstGeom>
        </p:spPr>
      </p:pic>
    </p:spTree>
    <p:extLst>
      <p:ext uri="{BB962C8B-B14F-4D97-AF65-F5344CB8AC3E}">
        <p14:creationId xmlns:p14="http://schemas.microsoft.com/office/powerpoint/2010/main" val="19133031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4" name="矩形 3"/>
          <p:cNvSpPr/>
          <p:nvPr/>
        </p:nvSpPr>
        <p:spPr>
          <a:xfrm>
            <a:off x="323528" y="1444134"/>
            <a:ext cx="4589333"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[4] </a:t>
            </a:r>
            <a:r>
              <a:rPr lang="zh-CN" altLang="en-US" dirty="0">
                <a:solidFill>
                  <a:srgbClr val="000000"/>
                </a:solidFill>
                <a:latin typeface="微软雅黑" panose="020B0503020204020204" pitchFamily="34" charset="-122"/>
                <a:ea typeface="微软雅黑" panose="020B0503020204020204" pitchFamily="34" charset="-122"/>
              </a:rPr>
              <a:t>在</a:t>
            </a:r>
            <a:r>
              <a:rPr lang="en-US" altLang="zh-CN" dirty="0" err="1">
                <a:solidFill>
                  <a:srgbClr val="000000"/>
                </a:solidFill>
                <a:latin typeface="微软雅黑" panose="020B0503020204020204" pitchFamily="34" charset="-122"/>
                <a:ea typeface="微软雅黑" panose="020B0503020204020204" pitchFamily="34" charset="-122"/>
              </a:rPr>
              <a:t>Teamcenter</a:t>
            </a:r>
            <a:r>
              <a:rPr lang="zh-CN" altLang="en-US" dirty="0">
                <a:solidFill>
                  <a:srgbClr val="000000"/>
                </a:solidFill>
                <a:latin typeface="微软雅黑" panose="020B0503020204020204" pitchFamily="34" charset="-122"/>
                <a:ea typeface="微软雅黑" panose="020B0503020204020204" pitchFamily="34" charset="-122"/>
              </a:rPr>
              <a:t>中</a:t>
            </a:r>
            <a:r>
              <a:rPr lang="zh-CN" altLang="en-US" dirty="0" smtClean="0">
                <a:solidFill>
                  <a:srgbClr val="000000"/>
                </a:solidFill>
                <a:latin typeface="微软雅黑" panose="020B0503020204020204" pitchFamily="34" charset="-122"/>
                <a:ea typeface="微软雅黑" panose="020B0503020204020204" pitchFamily="34" charset="-122"/>
              </a:rPr>
              <a:t>新建项目达到的效果；</a:t>
            </a:r>
            <a:endParaRPr lang="zh-CN" altLang="en-US" dirty="0"/>
          </a:p>
        </p:txBody>
      </p:sp>
      <p:pic>
        <p:nvPicPr>
          <p:cNvPr id="5" name="图片 4"/>
          <p:cNvPicPr>
            <a:picLocks noChangeAspect="1"/>
          </p:cNvPicPr>
          <p:nvPr/>
        </p:nvPicPr>
        <p:blipFill>
          <a:blip r:embed="rId2"/>
          <a:stretch>
            <a:fillRect/>
          </a:stretch>
        </p:blipFill>
        <p:spPr>
          <a:xfrm>
            <a:off x="251520" y="2060848"/>
            <a:ext cx="8776596" cy="4455204"/>
          </a:xfrm>
          <a:prstGeom prst="rect">
            <a:avLst/>
          </a:prstGeom>
        </p:spPr>
      </p:pic>
    </p:spTree>
    <p:extLst>
      <p:ext uri="{BB962C8B-B14F-4D97-AF65-F5344CB8AC3E}">
        <p14:creationId xmlns:p14="http://schemas.microsoft.com/office/powerpoint/2010/main" val="36089005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4" name="矩形 3"/>
          <p:cNvSpPr/>
          <p:nvPr/>
        </p:nvSpPr>
        <p:spPr>
          <a:xfrm>
            <a:off x="323528" y="1444134"/>
            <a:ext cx="1927131"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[5] </a:t>
            </a:r>
            <a:r>
              <a:rPr lang="zh-CN" altLang="en-US" dirty="0" smtClean="0">
                <a:solidFill>
                  <a:srgbClr val="000000"/>
                </a:solidFill>
                <a:latin typeface="微软雅黑" panose="020B0503020204020204" pitchFamily="34" charset="-122"/>
                <a:ea typeface="微软雅黑" panose="020B0503020204020204" pitchFamily="34" charset="-122"/>
              </a:rPr>
              <a:t>定义首选项；</a:t>
            </a:r>
            <a:endParaRPr lang="zh-CN" altLang="en-US" dirty="0"/>
          </a:p>
        </p:txBody>
      </p:sp>
      <p:sp>
        <p:nvSpPr>
          <p:cNvPr id="2" name="矩形 1"/>
          <p:cNvSpPr/>
          <p:nvPr/>
        </p:nvSpPr>
        <p:spPr>
          <a:xfrm>
            <a:off x="971600" y="2132856"/>
            <a:ext cx="5616624" cy="2246769"/>
          </a:xfrm>
          <a:prstGeom prst="rect">
            <a:avLst/>
          </a:prstGeom>
        </p:spPr>
        <p:txBody>
          <a:bodyPr wrap="square">
            <a:spAutoFit/>
          </a:bodyPr>
          <a:lstStyle/>
          <a:p>
            <a:pPr algn="just">
              <a:lnSpc>
                <a:spcPct val="300000"/>
              </a:lnSpc>
            </a:pPr>
            <a:r>
              <a:rPr lang="x-none" altLang="zh-CN" sz="1400" dirty="0">
                <a:solidFill>
                  <a:srgbClr val="000000"/>
                </a:solidFill>
                <a:latin typeface="微软雅黑" panose="020B0503020204020204" pitchFamily="34" charset="-122"/>
                <a:ea typeface="微软雅黑" panose="020B0503020204020204" pitchFamily="34" charset="-122"/>
              </a:rPr>
              <a:t>首选项名称</a:t>
            </a:r>
            <a:r>
              <a:rPr lang="zh-CN" altLang="zh-CN" sz="1400" dirty="0">
                <a:solidFill>
                  <a:srgbClr val="000000"/>
                </a:solidFill>
                <a:latin typeface="微软雅黑" panose="020B0503020204020204" pitchFamily="34" charset="-122"/>
                <a:ea typeface="微软雅黑" panose="020B0503020204020204" pitchFamily="34" charset="-122"/>
              </a:rPr>
              <a:t>：</a:t>
            </a:r>
            <a:r>
              <a:rPr lang="en-US" altLang="zh-CN" sz="1400" dirty="0">
                <a:solidFill>
                  <a:srgbClr val="000000"/>
                </a:solidFill>
                <a:latin typeface="微软雅黑" panose="020B0503020204020204" pitchFamily="34" charset="-122"/>
                <a:ea typeface="微软雅黑" panose="020B0503020204020204" pitchFamily="34" charset="-122"/>
              </a:rPr>
              <a:t>&lt;</a:t>
            </a:r>
            <a:r>
              <a:rPr lang="en-US" altLang="zh-CN" sz="1400" dirty="0" err="1">
                <a:solidFill>
                  <a:srgbClr val="000000"/>
                </a:solidFill>
                <a:latin typeface="微软雅黑" panose="020B0503020204020204" pitchFamily="34" charset="-122"/>
                <a:ea typeface="微软雅黑" panose="020B0503020204020204" pitchFamily="34" charset="-122"/>
              </a:rPr>
              <a:t>LOVValue</a:t>
            </a:r>
            <a:r>
              <a:rPr lang="en-US" altLang="zh-CN" sz="1400" dirty="0">
                <a:solidFill>
                  <a:srgbClr val="000000"/>
                </a:solidFill>
                <a:latin typeface="微软雅黑" panose="020B0503020204020204" pitchFamily="34" charset="-122"/>
                <a:ea typeface="微软雅黑" panose="020B0503020204020204" pitchFamily="34" charset="-122"/>
              </a:rPr>
              <a:t>&gt;_</a:t>
            </a:r>
            <a:r>
              <a:rPr lang="en-US" altLang="zh-CN" sz="1400" dirty="0" err="1" smtClean="0">
                <a:solidFill>
                  <a:srgbClr val="000000"/>
                </a:solidFill>
                <a:latin typeface="微软雅黑" panose="020B0503020204020204" pitchFamily="34" charset="-122"/>
                <a:ea typeface="微软雅黑" panose="020B0503020204020204" pitchFamily="34" charset="-122"/>
              </a:rPr>
              <a:t>FilterCriteria</a:t>
            </a:r>
            <a:r>
              <a:rPr lang="en-US" altLang="zh-CN" sz="1400" dirty="0">
                <a:solidFill>
                  <a:srgbClr val="000000"/>
                </a:solidFill>
                <a:latin typeface="微软雅黑" panose="020B0503020204020204" pitchFamily="34" charset="-122"/>
                <a:ea typeface="微软雅黑" panose="020B0503020204020204" pitchFamily="34" charset="-122"/>
              </a:rPr>
              <a:t> </a:t>
            </a:r>
            <a:r>
              <a:rPr lang="en-US" altLang="zh-CN" sz="1400" dirty="0" smtClean="0">
                <a:solidFill>
                  <a:srgbClr val="000000"/>
                </a:solidFill>
                <a:latin typeface="微软雅黑" panose="020B0503020204020204" pitchFamily="34" charset="-122"/>
                <a:ea typeface="微软雅黑" panose="020B0503020204020204" pitchFamily="34" charset="-122"/>
              </a:rPr>
              <a:t>       </a:t>
            </a:r>
            <a:r>
              <a:rPr lang="x-none" altLang="zh-CN" sz="1400" dirty="0" smtClean="0">
                <a:solidFill>
                  <a:srgbClr val="000000"/>
                </a:solidFill>
                <a:latin typeface="微软雅黑" panose="020B0503020204020204" pitchFamily="34" charset="-122"/>
                <a:ea typeface="微软雅黑" panose="020B0503020204020204" pitchFamily="34" charset="-122"/>
              </a:rPr>
              <a:t>站点</a:t>
            </a:r>
            <a:r>
              <a:rPr lang="zh-CN" altLang="zh-CN" sz="1400" dirty="0">
                <a:solidFill>
                  <a:srgbClr val="000000"/>
                </a:solidFill>
                <a:latin typeface="微软雅黑" panose="020B0503020204020204" pitchFamily="34" charset="-122"/>
                <a:ea typeface="微软雅黑" panose="020B0503020204020204" pitchFamily="34" charset="-122"/>
              </a:rPr>
              <a:t>、</a:t>
            </a:r>
            <a:r>
              <a:rPr lang="x-none" altLang="zh-CN" sz="1400" dirty="0">
                <a:solidFill>
                  <a:srgbClr val="000000"/>
                </a:solidFill>
                <a:latin typeface="微软雅黑" panose="020B0503020204020204" pitchFamily="34" charset="-122"/>
                <a:ea typeface="微软雅黑" panose="020B0503020204020204" pitchFamily="34" charset="-122"/>
              </a:rPr>
              <a:t>多值</a:t>
            </a:r>
            <a:endParaRPr lang="zh-CN" altLang="zh-CN" sz="1400" dirty="0">
              <a:solidFill>
                <a:srgbClr val="000000"/>
              </a:solidFill>
              <a:latin typeface="微软雅黑" panose="020B0503020204020204" pitchFamily="34" charset="-122"/>
              <a:ea typeface="微软雅黑" panose="020B0503020204020204" pitchFamily="34" charset="-122"/>
            </a:endParaRPr>
          </a:p>
          <a:p>
            <a:pPr algn="just">
              <a:lnSpc>
                <a:spcPct val="300000"/>
              </a:lnSpc>
            </a:pPr>
            <a:r>
              <a:rPr lang="x-none" altLang="zh-CN" sz="1400" dirty="0">
                <a:solidFill>
                  <a:srgbClr val="000000"/>
                </a:solidFill>
                <a:latin typeface="微软雅黑" panose="020B0503020204020204" pitchFamily="34" charset="-122"/>
                <a:ea typeface="微软雅黑" panose="020B0503020204020204" pitchFamily="34" charset="-122"/>
              </a:rPr>
              <a:t>值格式：</a:t>
            </a:r>
            <a:r>
              <a:rPr lang="x-none" altLang="zh-CN" sz="1400" dirty="0" smtClean="0">
                <a:solidFill>
                  <a:srgbClr val="000000"/>
                </a:solidFill>
                <a:latin typeface="微软雅黑" panose="020B0503020204020204" pitchFamily="34" charset="-122"/>
                <a:ea typeface="微软雅黑" panose="020B0503020204020204" pitchFamily="34" charset="-122"/>
              </a:rPr>
              <a:t>属性源</a:t>
            </a:r>
            <a:r>
              <a:rPr lang="en-US" altLang="zh-CN" sz="1400" dirty="0" smtClean="0">
                <a:solidFill>
                  <a:srgbClr val="000000"/>
                </a:solidFill>
                <a:latin typeface="微软雅黑" panose="020B0503020204020204" pitchFamily="34" charset="-122"/>
                <a:ea typeface="微软雅黑" panose="020B0503020204020204" pitchFamily="34" charset="-122"/>
              </a:rPr>
              <a:t>:</a:t>
            </a:r>
            <a:r>
              <a:rPr lang="x-none" altLang="zh-CN" sz="1400" dirty="0" smtClean="0">
                <a:solidFill>
                  <a:srgbClr val="000000"/>
                </a:solidFill>
                <a:latin typeface="微软雅黑" panose="020B0503020204020204" pitchFamily="34" charset="-122"/>
                <a:ea typeface="微软雅黑" panose="020B0503020204020204" pitchFamily="34" charset="-122"/>
              </a:rPr>
              <a:t>属性</a:t>
            </a:r>
            <a:r>
              <a:rPr lang="en-US" altLang="zh-CN" sz="1400" dirty="0">
                <a:solidFill>
                  <a:srgbClr val="000000"/>
                </a:solidFill>
                <a:latin typeface="微软雅黑" panose="020B0503020204020204" pitchFamily="34" charset="-122"/>
                <a:ea typeface="微软雅黑" panose="020B0503020204020204" pitchFamily="34" charset="-122"/>
              </a:rPr>
              <a:t>:</a:t>
            </a:r>
            <a:r>
              <a:rPr lang="x-none" altLang="zh-CN" sz="1400" dirty="0" smtClean="0">
                <a:solidFill>
                  <a:srgbClr val="000000"/>
                </a:solidFill>
                <a:latin typeface="微软雅黑" panose="020B0503020204020204" pitchFamily="34" charset="-122"/>
                <a:ea typeface="微软雅黑" panose="020B0503020204020204" pitchFamily="34" charset="-122"/>
              </a:rPr>
              <a:t>值</a:t>
            </a:r>
            <a:endParaRPr lang="zh-CN" altLang="zh-CN" sz="1400" dirty="0">
              <a:solidFill>
                <a:srgbClr val="000000"/>
              </a:solidFill>
              <a:latin typeface="微软雅黑" panose="020B0503020204020204" pitchFamily="34" charset="-122"/>
              <a:ea typeface="微软雅黑" panose="020B0503020204020204" pitchFamily="34" charset="-122"/>
            </a:endParaRPr>
          </a:p>
          <a:p>
            <a:pPr algn="just">
              <a:lnSpc>
                <a:spcPct val="300000"/>
              </a:lnSpc>
            </a:pPr>
            <a:r>
              <a:rPr lang="x-none" altLang="zh-CN" sz="1400" dirty="0">
                <a:solidFill>
                  <a:srgbClr val="000000"/>
                </a:solidFill>
                <a:latin typeface="微软雅黑" panose="020B0503020204020204" pitchFamily="34" charset="-122"/>
                <a:ea typeface="微软雅黑" panose="020B0503020204020204" pitchFamily="34" charset="-122"/>
              </a:rPr>
              <a:t>例如</a:t>
            </a:r>
            <a:r>
              <a:rPr lang="zh-CN" altLang="zh-CN" sz="1400" dirty="0" smtClean="0">
                <a:solidFill>
                  <a:srgbClr val="000000"/>
                </a:solidFill>
                <a:latin typeface="微软雅黑" panose="020B0503020204020204" pitchFamily="34" charset="-122"/>
                <a:ea typeface="微软雅黑" panose="020B0503020204020204" pitchFamily="34" charset="-122"/>
              </a:rPr>
              <a:t>：</a:t>
            </a:r>
            <a:r>
              <a:rPr lang="en-US" altLang="zh-CN" sz="1400" dirty="0" err="1" smtClean="0">
                <a:solidFill>
                  <a:srgbClr val="000000"/>
                </a:solidFill>
                <a:latin typeface="微软雅黑" panose="020B0503020204020204" pitchFamily="34" charset="-122"/>
                <a:ea typeface="微软雅黑" panose="020B0503020204020204" pitchFamily="34" charset="-122"/>
              </a:rPr>
              <a:t>Item:object_type:Item</a:t>
            </a:r>
            <a:endParaRPr lang="zh-CN" altLang="zh-CN" sz="1400" dirty="0">
              <a:solidFill>
                <a:srgbClr val="000000"/>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2"/>
          <a:stretch>
            <a:fillRect/>
          </a:stretch>
        </p:blipFill>
        <p:spPr>
          <a:xfrm>
            <a:off x="611560" y="2132856"/>
            <a:ext cx="7560840" cy="4054490"/>
          </a:xfrm>
          <a:prstGeom prst="rect">
            <a:avLst/>
          </a:prstGeom>
        </p:spPr>
      </p:pic>
      <p:sp>
        <p:nvSpPr>
          <p:cNvPr id="7" name="矩形 6"/>
          <p:cNvSpPr/>
          <p:nvPr/>
        </p:nvSpPr>
        <p:spPr>
          <a:xfrm>
            <a:off x="340410" y="1049831"/>
            <a:ext cx="5101286" cy="923330"/>
          </a:xfrm>
          <a:prstGeom prst="rect">
            <a:avLst/>
          </a:prstGeom>
        </p:spPr>
        <p:txBody>
          <a:bodyPr wrap="square">
            <a:spAutoFit/>
          </a:bodyPr>
          <a:lstStyle/>
          <a:p>
            <a:pPr>
              <a:lnSpc>
                <a:spcPct val="300000"/>
              </a:lnSpc>
            </a:pPr>
            <a:r>
              <a:rPr lang="x-none" altLang="zh-CN" dirty="0" smtClean="0">
                <a:solidFill>
                  <a:srgbClr val="000000"/>
                </a:solidFill>
                <a:latin typeface="微软雅黑" panose="020B0503020204020204" pitchFamily="34" charset="-122"/>
                <a:ea typeface="微软雅黑" panose="020B0503020204020204" pitchFamily="34" charset="-122"/>
              </a:rPr>
              <a:t>此处</a:t>
            </a:r>
            <a:r>
              <a:rPr lang="zh-CN" altLang="en-US" dirty="0">
                <a:solidFill>
                  <a:srgbClr val="000000"/>
                </a:solidFill>
                <a:latin typeface="微软雅黑" panose="020B0503020204020204" pitchFamily="34" charset="-122"/>
                <a:ea typeface="微软雅黑" panose="020B0503020204020204" pitchFamily="34" charset="-122"/>
              </a:rPr>
              <a:t>根据</a:t>
            </a:r>
            <a:r>
              <a:rPr lang="x-none" altLang="zh-CN" dirty="0" smtClean="0">
                <a:solidFill>
                  <a:srgbClr val="000000"/>
                </a:solidFill>
                <a:latin typeface="微软雅黑" panose="020B0503020204020204" pitchFamily="34" charset="-122"/>
                <a:ea typeface="微软雅黑" panose="020B0503020204020204" pitchFamily="34" charset="-122"/>
              </a:rPr>
              <a:t>我定义的</a:t>
            </a:r>
            <a:r>
              <a:rPr lang="en-US" altLang="zh-CN" dirty="0">
                <a:solidFill>
                  <a:srgbClr val="000000"/>
                </a:solidFill>
                <a:latin typeface="微软雅黑" panose="020B0503020204020204" pitchFamily="34" charset="-122"/>
                <a:ea typeface="微软雅黑" panose="020B0503020204020204" pitchFamily="34" charset="-122"/>
              </a:rPr>
              <a:t>LOV</a:t>
            </a:r>
            <a:r>
              <a:rPr lang="zh-CN" altLang="zh-CN" dirty="0">
                <a:solidFill>
                  <a:srgbClr val="000000"/>
                </a:solidFill>
                <a:latin typeface="微软雅黑" panose="020B0503020204020204" pitchFamily="34" charset="-122"/>
                <a:ea typeface="微软雅黑" panose="020B0503020204020204" pitchFamily="34" charset="-122"/>
              </a:rPr>
              <a:t>进行首选项配置</a:t>
            </a:r>
            <a:r>
              <a:rPr lang="zh-CN" altLang="en-US" dirty="0">
                <a:solidFill>
                  <a:srgbClr val="000000"/>
                </a:solidFill>
                <a:latin typeface="微软雅黑" panose="020B0503020204020204" pitchFamily="34" charset="-122"/>
                <a:ea typeface="微软雅黑" panose="020B0503020204020204" pitchFamily="34" charset="-122"/>
              </a:rPr>
              <a:t>举例</a:t>
            </a:r>
            <a:r>
              <a:rPr lang="zh-CN" altLang="zh-CN" dirty="0">
                <a:solidFill>
                  <a:srgbClr val="000000"/>
                </a:solidFill>
                <a:latin typeface="微软雅黑" panose="020B0503020204020204" pitchFamily="34" charset="-122"/>
                <a:ea typeface="微软雅黑" panose="020B0503020204020204" pitchFamily="34" charset="-122"/>
              </a:rPr>
              <a:t>如下</a:t>
            </a:r>
            <a:endParaRPr lang="zh-CN" altLang="en-US" dirty="0">
              <a:solidFill>
                <a:srgbClr val="000000"/>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1475656" y="2401760"/>
            <a:ext cx="7292972" cy="3878916"/>
          </a:xfrm>
          <a:prstGeom prst="rect">
            <a:avLst/>
          </a:prstGeom>
        </p:spPr>
      </p:pic>
    </p:spTree>
    <p:extLst>
      <p:ext uri="{BB962C8B-B14F-4D97-AF65-F5344CB8AC3E}">
        <p14:creationId xmlns:p14="http://schemas.microsoft.com/office/powerpoint/2010/main" val="839892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p:nvPr/>
        </p:nvSpPr>
        <p:spPr bwMode="auto">
          <a:xfrm>
            <a:off x="467544" y="366713"/>
            <a:ext cx="6204719" cy="469999"/>
          </a:xfrm>
          <a:prstGeom prst="rect">
            <a:avLst/>
          </a:prstGeom>
          <a:noFill/>
          <a:ln w="9525">
            <a:noFill/>
            <a:miter lim="800000"/>
          </a:ln>
        </p:spPr>
        <p:txBody>
          <a:bodyPr/>
          <a:lstStyle/>
          <a:p>
            <a:r>
              <a:rPr lang="zh-CN" altLang="en-US"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rPr>
              <a:t>智能文件夹配置</a:t>
            </a:r>
            <a:endParaRPr lang="en-US" altLang="zh-CN" sz="2800" b="1" dirty="0" smtClean="0">
              <a:solidFill>
                <a:schemeClr val="tx1"/>
              </a:solidFill>
              <a:latin typeface="微软雅黑" panose="020B0503020204020204" pitchFamily="34" charset="-122"/>
              <a:ea typeface="微软雅黑" panose="020B0503020204020204" pitchFamily="34" charset="-122"/>
              <a:cs typeface="Verdana" panose="020B0604030504040204" pitchFamily="34" charset="0"/>
            </a:endParaRPr>
          </a:p>
          <a:p>
            <a:endParaRPr lang="zh-CN" altLang="en-US" sz="2800" b="1" dirty="0">
              <a:solidFill>
                <a:srgbClr val="0070C0"/>
              </a:solidFill>
              <a:latin typeface="微软雅黑" panose="020B0503020204020204" pitchFamily="34" charset="-122"/>
              <a:ea typeface="微软雅黑" panose="020B0503020204020204" pitchFamily="34" charset="-122"/>
              <a:cs typeface="Verdana" panose="020B0604030504040204" pitchFamily="34" charset="0"/>
            </a:endParaRPr>
          </a:p>
        </p:txBody>
      </p:sp>
      <p:sp>
        <p:nvSpPr>
          <p:cNvPr id="4" name="矩形 3"/>
          <p:cNvSpPr/>
          <p:nvPr/>
        </p:nvSpPr>
        <p:spPr>
          <a:xfrm>
            <a:off x="323528" y="1444134"/>
            <a:ext cx="1696298" cy="369332"/>
          </a:xfrm>
          <a:prstGeom prst="rect">
            <a:avLst/>
          </a:prstGeom>
        </p:spPr>
        <p:txBody>
          <a:bodyPr wrap="none">
            <a:spAutoFit/>
          </a:bodyPr>
          <a:lstStyle/>
          <a:p>
            <a:r>
              <a:rPr lang="en-US" altLang="zh-CN" dirty="0" smtClean="0">
                <a:solidFill>
                  <a:srgbClr val="000000"/>
                </a:solidFill>
                <a:latin typeface="微软雅黑" panose="020B0503020204020204" pitchFamily="34" charset="-122"/>
                <a:ea typeface="微软雅黑" panose="020B0503020204020204" pitchFamily="34" charset="-122"/>
              </a:rPr>
              <a:t>[6] </a:t>
            </a:r>
            <a:r>
              <a:rPr lang="zh-CN" altLang="en-US" dirty="0" smtClean="0">
                <a:solidFill>
                  <a:srgbClr val="000000"/>
                </a:solidFill>
                <a:latin typeface="微软雅黑" panose="020B0503020204020204" pitchFamily="34" charset="-122"/>
                <a:ea typeface="微软雅黑" panose="020B0503020204020204" pitchFamily="34" charset="-122"/>
              </a:rPr>
              <a:t>测试效果；</a:t>
            </a:r>
            <a:endParaRPr lang="zh-CN" altLang="en-US" dirty="0"/>
          </a:p>
        </p:txBody>
      </p:sp>
      <p:pic>
        <p:nvPicPr>
          <p:cNvPr id="2" name="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75923" y="2132856"/>
            <a:ext cx="8279904" cy="3846705"/>
          </a:xfrm>
          <a:prstGeom prst="rect">
            <a:avLst/>
          </a:prstGeom>
        </p:spPr>
      </p:pic>
    </p:spTree>
    <p:extLst>
      <p:ext uri="{BB962C8B-B14F-4D97-AF65-F5344CB8AC3E}">
        <p14:creationId xmlns:p14="http://schemas.microsoft.com/office/powerpoint/2010/main" val="332025557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0" y="4221088"/>
            <a:ext cx="9144000" cy="1485567"/>
          </a:xfrm>
        </p:spPr>
        <p:txBody>
          <a:bodyPr/>
          <a:lstStyle/>
          <a:p>
            <a:pPr algn="ctr"/>
            <a:r>
              <a:rPr kumimoji="1" lang="en-US" altLang="zh-CN" sz="2800" dirty="0"/>
              <a:t> </a:t>
            </a:r>
            <a:r>
              <a:rPr kumimoji="1" lang="en-US" altLang="zh-CN" sz="2800" dirty="0" smtClean="0"/>
              <a:t> </a:t>
            </a:r>
            <a:r>
              <a:rPr kumimoji="1" lang="zh-CN" altLang="en-US" sz="8000" dirty="0" smtClean="0">
                <a:solidFill>
                  <a:schemeClr val="tx1"/>
                </a:solidFill>
              </a:rPr>
              <a:t>谢谢</a:t>
            </a:r>
            <a:endParaRPr kumimoji="1" lang="en-US" altLang="zh-CN" sz="8000" dirty="0">
              <a:solidFill>
                <a:schemeClr val="tx1"/>
              </a:solidFill>
            </a:endParaRPr>
          </a:p>
        </p:txBody>
      </p:sp>
    </p:spTree>
    <p:extLst>
      <p:ext uri="{BB962C8B-B14F-4D97-AF65-F5344CB8AC3E}">
        <p14:creationId xmlns:p14="http://schemas.microsoft.com/office/powerpoint/2010/main" val="363039955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瑞元模板">
  <a:themeElements>
    <a:clrScheme name="Siemens AG">
      <a:dk1>
        <a:srgbClr val="000000"/>
      </a:dk1>
      <a:lt1>
        <a:srgbClr val="FFFFFF"/>
      </a:lt1>
      <a:dk2>
        <a:srgbClr val="000000"/>
      </a:dk2>
      <a:lt2>
        <a:srgbClr val="879BAA"/>
      </a:lt2>
      <a:accent1>
        <a:srgbClr val="879BAA"/>
      </a:accent1>
      <a:accent2>
        <a:srgbClr val="BECDD7"/>
      </a:accent2>
      <a:accent3>
        <a:srgbClr val="EB780A"/>
      </a:accent3>
      <a:accent4>
        <a:srgbClr val="641946"/>
      </a:accent4>
      <a:accent5>
        <a:srgbClr val="006487"/>
      </a:accent5>
      <a:accent6>
        <a:srgbClr val="647D2D"/>
      </a:accent6>
      <a:hlink>
        <a:srgbClr val="EB780A"/>
      </a:hlink>
      <a:folHlink>
        <a:srgbClr val="641946"/>
      </a:folHlink>
    </a:clrScheme>
    <a:fontScheme name="Siemens PPT 2007 DEU">
      <a:majorFont>
        <a:latin typeface=""/>
        <a:ea typeface="ＭＳ Ｐゴシック"/>
        <a:cs typeface=""/>
      </a:majorFont>
      <a:minorFont>
        <a:latin typeface=""/>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ln>
      </a:spPr>
      <a:bodyPr wrap="square" lIns="108000" tIns="54000" rIns="108000" bIns="54000" numCol="1" spcCol="72000" rtlCol="0" anchor="ctr">
        <a:noAutofit/>
      </a:bodyPr>
      <a:lstStyle>
        <a:defPPr algn="ctr">
          <a:lnSpc>
            <a:spcPct val="110000"/>
          </a:lnSpc>
          <a:spcBef>
            <a:spcPct val="0"/>
          </a:spcBef>
          <a:buFont typeface="Wingdings" panose="05000000000000000000" charset="0"/>
          <a:buNone/>
          <a:defRPr sz="1800" b="1" dirty="0" smtClean="0">
            <a:solidFill>
              <a:schemeClr val="tx1"/>
            </a:solidFill>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spPr>
      <a:bodyPr vert="horz" wrap="square" lIns="0" tIns="0" rIns="0" bIns="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0" lang="de-DE" sz="2400" b="0" i="0" u="none" strike="noStrike" cap="none" normalizeH="0" baseline="0">
            <a:ln>
              <a:noFill/>
            </a:ln>
            <a:solidFill>
              <a:srgbClr val="000000"/>
            </a:solidFill>
            <a:effectLst/>
            <a:latin typeface="Arial" panose="020B0604020202020204" pitchFamily="34" charset="0"/>
            <a:ea typeface="ヒラギノ角ゴ Pro W3" charset="0"/>
          </a:defRPr>
        </a:defPPr>
      </a:lstStyle>
    </a:lnDef>
    <a:txDef>
      <a:spPr>
        <a:noFill/>
      </a:spPr>
      <a:bodyPr wrap="square" lIns="0" tIns="0" rIns="0" bIns="0" rtlCol="0">
        <a:spAutoFit/>
      </a:bodyPr>
      <a:lstStyle>
        <a:defPPr>
          <a:lnSpc>
            <a:spcPct val="110000"/>
          </a:lnSpc>
          <a:spcBef>
            <a:spcPts val="0"/>
          </a:spcBef>
          <a:defRPr sz="1200" dirty="0" err="1" smtClean="0">
            <a:solidFill>
              <a:schemeClr val="tx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瑞元模板</Template>
  <TotalTime>428</TotalTime>
  <Words>299</Words>
  <Application>Microsoft Office PowerPoint</Application>
  <PresentationFormat>全屏显示(4:3)</PresentationFormat>
  <Paragraphs>52</Paragraphs>
  <Slides>14</Slides>
  <Notes>2</Notes>
  <HiddenSlides>0</HiddenSlides>
  <MMClips>2</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ＭＳ Ｐゴシック</vt:lpstr>
      <vt:lpstr>ＭＳ Ｐゴシック</vt:lpstr>
      <vt:lpstr>ヒラギノ角ゴ Pro W3</vt:lpstr>
      <vt:lpstr>宋体</vt:lpstr>
      <vt:lpstr>微软雅黑</vt:lpstr>
      <vt:lpstr>Arial</vt:lpstr>
      <vt:lpstr>Verdana</vt:lpstr>
      <vt:lpstr>Wingdings</vt:lpstr>
      <vt:lpstr>瑞元模板</vt:lpstr>
      <vt:lpstr>数据自动指派到智能文件夹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谢谢</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数字化工艺设计单元项目启动会</dc:title>
  <dc:creator>pc</dc:creator>
  <cp:lastModifiedBy>shuangjian_deng@163.com</cp:lastModifiedBy>
  <cp:revision>214</cp:revision>
  <cp:lastPrinted>2014-11-21T08:20:00Z</cp:lastPrinted>
  <dcterms:created xsi:type="dcterms:W3CDTF">2016-08-29T01:25:00Z</dcterms:created>
  <dcterms:modified xsi:type="dcterms:W3CDTF">2018-05-10T12:20:12Z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Release date">
    <vt:lpwstr>January 2013</vt:lpwstr>
  </property>
  <property fmtid="{D5CDD505-2E9C-101B-9397-08002B2CF9AE}" pid="4" name="Office version">
    <vt:lpwstr>2007/2010</vt:lpwstr>
  </property>
  <property fmtid="{D5CDD505-2E9C-101B-9397-08002B2CF9AE}" pid="5" name="Release version">
    <vt:lpwstr>1,0</vt:lpwstr>
  </property>
  <property fmtid="{D5CDD505-2E9C-101B-9397-08002B2CF9AE}" pid="6" name="KSOProductBuildVer">
    <vt:lpwstr>2052-10.1.0.7224</vt:lpwstr>
  </property>
</Properties>
</file>